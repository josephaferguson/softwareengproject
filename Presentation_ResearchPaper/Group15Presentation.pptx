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1AE177-7FBB-4261-BAF4-3934E86301B0}" v="2" dt="2026-02-12T18:50:12.0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9" d="100"/>
          <a:sy n="129" d="100"/>
        </p:scale>
        <p:origin x="15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rguson, Joe (fergujp)" userId="4f65ad1c-5ee5-40cd-aa65-b2e007bab6e6" providerId="ADAL" clId="{41F57C3A-DD7E-4E1F-9779-C8B80D0CBC44}"/>
    <pc:docChg chg="custSel addSld delSld modSld">
      <pc:chgData name="Ferguson, Joe (fergujp)" userId="4f65ad1c-5ee5-40cd-aa65-b2e007bab6e6" providerId="ADAL" clId="{41F57C3A-DD7E-4E1F-9779-C8B80D0CBC44}" dt="2026-02-12T18:59:03.082" v="574" actId="20577"/>
      <pc:docMkLst>
        <pc:docMk/>
      </pc:docMkLst>
      <pc:sldChg chg="modSp new mod">
        <pc:chgData name="Ferguson, Joe (fergujp)" userId="4f65ad1c-5ee5-40cd-aa65-b2e007bab6e6" providerId="ADAL" clId="{41F57C3A-DD7E-4E1F-9779-C8B80D0CBC44}" dt="2026-02-12T18:53:34.798" v="159" actId="20577"/>
        <pc:sldMkLst>
          <pc:docMk/>
          <pc:sldMk cId="1741922381" sldId="256"/>
        </pc:sldMkLst>
        <pc:spChg chg="mod">
          <ac:chgData name="Ferguson, Joe (fergujp)" userId="4f65ad1c-5ee5-40cd-aa65-b2e007bab6e6" providerId="ADAL" clId="{41F57C3A-DD7E-4E1F-9779-C8B80D0CBC44}" dt="2026-02-12T18:53:02.787" v="60" actId="20577"/>
          <ac:spMkLst>
            <pc:docMk/>
            <pc:sldMk cId="1741922381" sldId="256"/>
            <ac:spMk id="2" creationId="{F5B0FF09-4EF5-701A-BA09-23BA2646A235}"/>
          </ac:spMkLst>
        </pc:spChg>
        <pc:spChg chg="mod">
          <ac:chgData name="Ferguson, Joe (fergujp)" userId="4f65ad1c-5ee5-40cd-aa65-b2e007bab6e6" providerId="ADAL" clId="{41F57C3A-DD7E-4E1F-9779-C8B80D0CBC44}" dt="2026-02-12T18:53:34.798" v="159" actId="20577"/>
          <ac:spMkLst>
            <pc:docMk/>
            <pc:sldMk cId="1741922381" sldId="256"/>
            <ac:spMk id="3" creationId="{5AAF06A1-CB80-3497-9FC0-035DAAD474E8}"/>
          </ac:spMkLst>
        </pc:spChg>
      </pc:sldChg>
      <pc:sldChg chg="new del">
        <pc:chgData name="Ferguson, Joe (fergujp)" userId="4f65ad1c-5ee5-40cd-aa65-b2e007bab6e6" providerId="ADAL" clId="{41F57C3A-DD7E-4E1F-9779-C8B80D0CBC44}" dt="2026-02-12T18:54:10.437" v="161" actId="47"/>
        <pc:sldMkLst>
          <pc:docMk/>
          <pc:sldMk cId="339348977" sldId="257"/>
        </pc:sldMkLst>
      </pc:sldChg>
      <pc:sldChg chg="modSp new mod">
        <pc:chgData name="Ferguson, Joe (fergujp)" userId="4f65ad1c-5ee5-40cd-aa65-b2e007bab6e6" providerId="ADAL" clId="{41F57C3A-DD7E-4E1F-9779-C8B80D0CBC44}" dt="2026-02-12T18:57:37.198" v="473" actId="113"/>
        <pc:sldMkLst>
          <pc:docMk/>
          <pc:sldMk cId="1561429950" sldId="257"/>
        </pc:sldMkLst>
        <pc:spChg chg="mod">
          <ac:chgData name="Ferguson, Joe (fergujp)" userId="4f65ad1c-5ee5-40cd-aa65-b2e007bab6e6" providerId="ADAL" clId="{41F57C3A-DD7E-4E1F-9779-C8B80D0CBC44}" dt="2026-02-12T18:54:40.564" v="174" actId="20577"/>
          <ac:spMkLst>
            <pc:docMk/>
            <pc:sldMk cId="1561429950" sldId="257"/>
            <ac:spMk id="2" creationId="{6F9A0FD2-7809-9A4A-2653-BEFFCC836E6E}"/>
          </ac:spMkLst>
        </pc:spChg>
        <pc:spChg chg="mod">
          <ac:chgData name="Ferguson, Joe (fergujp)" userId="4f65ad1c-5ee5-40cd-aa65-b2e007bab6e6" providerId="ADAL" clId="{41F57C3A-DD7E-4E1F-9779-C8B80D0CBC44}" dt="2026-02-12T18:57:37.198" v="473" actId="113"/>
          <ac:spMkLst>
            <pc:docMk/>
            <pc:sldMk cId="1561429950" sldId="257"/>
            <ac:spMk id="3" creationId="{70B0DFF6-98DA-C9CF-7FDD-36C70E4F6169}"/>
          </ac:spMkLst>
        </pc:spChg>
      </pc:sldChg>
      <pc:sldChg chg="modSp new mod">
        <pc:chgData name="Ferguson, Joe (fergujp)" userId="4f65ad1c-5ee5-40cd-aa65-b2e007bab6e6" providerId="ADAL" clId="{41F57C3A-DD7E-4E1F-9779-C8B80D0CBC44}" dt="2026-02-12T18:58:29.527" v="519" actId="20577"/>
        <pc:sldMkLst>
          <pc:docMk/>
          <pc:sldMk cId="627422543" sldId="258"/>
        </pc:sldMkLst>
        <pc:spChg chg="mod">
          <ac:chgData name="Ferguson, Joe (fergujp)" userId="4f65ad1c-5ee5-40cd-aa65-b2e007bab6e6" providerId="ADAL" clId="{41F57C3A-DD7E-4E1F-9779-C8B80D0CBC44}" dt="2026-02-12T18:58:29.527" v="519" actId="20577"/>
          <ac:spMkLst>
            <pc:docMk/>
            <pc:sldMk cId="627422543" sldId="258"/>
            <ac:spMk id="2" creationId="{A2A4F66F-11D0-537A-668B-8FA3CBA401E3}"/>
          </ac:spMkLst>
        </pc:spChg>
      </pc:sldChg>
      <pc:sldChg chg="modSp new mod">
        <pc:chgData name="Ferguson, Joe (fergujp)" userId="4f65ad1c-5ee5-40cd-aa65-b2e007bab6e6" providerId="ADAL" clId="{41F57C3A-DD7E-4E1F-9779-C8B80D0CBC44}" dt="2026-02-12T18:59:03.082" v="574" actId="20577"/>
        <pc:sldMkLst>
          <pc:docMk/>
          <pc:sldMk cId="3737386758" sldId="259"/>
        </pc:sldMkLst>
        <pc:spChg chg="mod">
          <ac:chgData name="Ferguson, Joe (fergujp)" userId="4f65ad1c-5ee5-40cd-aa65-b2e007bab6e6" providerId="ADAL" clId="{41F57C3A-DD7E-4E1F-9779-C8B80D0CBC44}" dt="2026-02-12T18:59:03.082" v="574" actId="20577"/>
          <ac:spMkLst>
            <pc:docMk/>
            <pc:sldMk cId="3737386758" sldId="259"/>
            <ac:spMk id="2" creationId="{5C013C26-D768-29D7-C17B-1DF1F00327B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413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3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9525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15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599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048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4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57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0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6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6EF5D040-31F8-4918-8619-B8E0C517AD2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5E46A28-FFD9-450E-90E9-3597B67A1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905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0FF09-4EF5-701A-BA09-23BA2646A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Research Paper Presentation – Group 15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AF06A1-CB80-3497-9FC0-035DAAD474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Joe Ferguson, Ali El </a:t>
            </a:r>
            <a:r>
              <a:rPr lang="en-US" dirty="0" err="1"/>
              <a:t>Homayassi</a:t>
            </a:r>
            <a:r>
              <a:rPr lang="en-US" dirty="0"/>
              <a:t>, Garrett Gerver,  Anas Khairy, Ameya Saraf, Jason </a:t>
            </a:r>
            <a:r>
              <a:rPr lang="en-US" dirty="0" err="1"/>
              <a:t>Bellerjeau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1922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A0FD2-7809-9A4A-2653-BEFFCC836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0DFF6-98DA-C9CF-7FDD-36C70E4F6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be covering Release Panning Of Mobile Apps Based on User Reviews by Lorenzo Villarroel, Gabriele </a:t>
            </a:r>
            <a:r>
              <a:rPr lang="en-US" dirty="0" err="1"/>
              <a:t>Bavota</a:t>
            </a:r>
            <a:r>
              <a:rPr lang="en-US" dirty="0"/>
              <a:t>, Barbara Russo, Rocoo Oliveto, Massimiliano Di Penta</a:t>
            </a:r>
          </a:p>
          <a:p>
            <a:endParaRPr lang="en-US" dirty="0"/>
          </a:p>
          <a:p>
            <a:r>
              <a:rPr lang="en-US" dirty="0"/>
              <a:t>They introduce CLAP (</a:t>
            </a:r>
            <a:r>
              <a:rPr lang="en-US" b="1" dirty="0"/>
              <a:t>C</a:t>
            </a:r>
            <a:r>
              <a:rPr lang="en-US" dirty="0"/>
              <a:t>rowd </a:t>
            </a:r>
            <a:r>
              <a:rPr lang="en-US" b="1" dirty="0"/>
              <a:t>L</a:t>
            </a:r>
            <a:r>
              <a:rPr lang="en-US" dirty="0"/>
              <a:t>istener for </a:t>
            </a:r>
            <a:r>
              <a:rPr lang="en-US" dirty="0" err="1"/>
              <a:t>rele</a:t>
            </a:r>
            <a:r>
              <a:rPr lang="en-US" b="1" dirty="0" err="1"/>
              <a:t>A</a:t>
            </a:r>
            <a:r>
              <a:rPr lang="en-US" dirty="0" err="1"/>
              <a:t>se</a:t>
            </a:r>
            <a:r>
              <a:rPr lang="en-US" dirty="0"/>
              <a:t> </a:t>
            </a:r>
            <a:r>
              <a:rPr lang="en-US" b="1" dirty="0"/>
              <a:t>P</a:t>
            </a:r>
            <a:r>
              <a:rPr lang="en-US" dirty="0"/>
              <a:t>lanning)</a:t>
            </a:r>
          </a:p>
        </p:txBody>
      </p:sp>
    </p:spTree>
    <p:extLst>
      <p:ext uri="{BB962C8B-B14F-4D97-AF65-F5344CB8AC3E}">
        <p14:creationId xmlns:p14="http://schemas.microsoft.com/office/powerpoint/2010/main" val="1561429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4F66F-11D0-537A-668B-8FA3CBA4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– Software Engineering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24C6C-7716-F69E-96B5-73A2F9A3F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422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13C26-D768-29D7-C17B-1DF1F0032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– Why is </a:t>
            </a:r>
            <a:r>
              <a:rPr lang="en-US"/>
              <a:t>it important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A74BD8-6AAE-BF71-A752-AE1D9C440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38675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12</TotalTime>
  <Words>75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Gill Sans MT</vt:lpstr>
      <vt:lpstr>Parcel</vt:lpstr>
      <vt:lpstr>Research Paper Presentation – Group 15</vt:lpstr>
      <vt:lpstr>Introduction</vt:lpstr>
      <vt:lpstr>Introduction – Software Engineering Problem</vt:lpstr>
      <vt:lpstr>Introduction – Why is it important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Ferguson, Joe (fergujp)</dc:creator>
  <cp:lastModifiedBy>Ferguson, Joe (fergujp)</cp:lastModifiedBy>
  <cp:revision>1</cp:revision>
  <dcterms:created xsi:type="dcterms:W3CDTF">2026-02-12T18:46:44Z</dcterms:created>
  <dcterms:modified xsi:type="dcterms:W3CDTF">2026-02-12T18:59:03Z</dcterms:modified>
</cp:coreProperties>
</file>