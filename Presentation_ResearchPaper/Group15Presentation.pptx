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3" r:id="rId9"/>
    <p:sldId id="269" r:id="rId10"/>
    <p:sldId id="264" r:id="rId11"/>
    <p:sldId id="265" r:id="rId12"/>
    <p:sldId id="276" r:id="rId13"/>
    <p:sldId id="266" r:id="rId14"/>
    <p:sldId id="273" r:id="rId15"/>
    <p:sldId id="267" r:id="rId16"/>
    <p:sldId id="272" r:id="rId17"/>
    <p:sldId id="274" r:id="rId18"/>
    <p:sldId id="275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28EF9D-88AE-0DDC-9642-5BC75D3CAC61}" v="1" dt="2026-03-04T20:24:44.126"/>
    <p1510:client id="{B65BF2AF-170B-4007-9854-630B02808F59}" v="65" dt="2026-03-04T20:37:41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erjeau, Jason (bellerjn)" userId="S::bellerjn@mail.uc.edu::507df12a-3f54-41fc-94a4-1031422f350b" providerId="AD" clId="Web-{8428EF9D-88AE-0DDC-9642-5BC75D3CAC61}"/>
    <pc:docChg chg="modSld">
      <pc:chgData name="Bellerjeau, Jason (bellerjn)" userId="S::bellerjn@mail.uc.edu::507df12a-3f54-41fc-94a4-1031422f350b" providerId="AD" clId="Web-{8428EF9D-88AE-0DDC-9642-5BC75D3CAC61}" dt="2026-03-04T20:24:44.126" v="0" actId="20577"/>
      <pc:docMkLst>
        <pc:docMk/>
      </pc:docMkLst>
      <pc:sldChg chg="modSp">
        <pc:chgData name="Bellerjeau, Jason (bellerjn)" userId="S::bellerjn@mail.uc.edu::507df12a-3f54-41fc-94a4-1031422f350b" providerId="AD" clId="Web-{8428EF9D-88AE-0DDC-9642-5BC75D3CAC61}" dt="2026-03-04T20:24:44.126" v="0" actId="20577"/>
        <pc:sldMkLst>
          <pc:docMk/>
          <pc:sldMk cId="961948761" sldId="275"/>
        </pc:sldMkLst>
        <pc:spChg chg="mod">
          <ac:chgData name="Bellerjeau, Jason (bellerjn)" userId="S::bellerjn@mail.uc.edu::507df12a-3f54-41fc-94a4-1031422f350b" providerId="AD" clId="Web-{8428EF9D-88AE-0DDC-9642-5BC75D3CAC61}" dt="2026-03-04T20:24:44.126" v="0" actId="20577"/>
          <ac:spMkLst>
            <pc:docMk/>
            <pc:sldMk cId="961948761" sldId="275"/>
            <ac:spMk id="3" creationId="{24C296AD-018D-C004-7F46-B18EDBFAF70A}"/>
          </ac:spMkLst>
        </pc:spChg>
      </pc:sldChg>
    </pc:docChg>
  </pc:docChgLst>
  <pc:docChgLst>
    <pc:chgData name="Bellerjeau, Jason (bellerjn)" userId="S::bellerjn@mail.uc.edu::507df12a-3f54-41fc-94a4-1031422f350b" providerId="AD" clId="Web-{9890C945-DF54-8317-FE7B-6AE25D11DC42}"/>
    <pc:docChg chg="modSld">
      <pc:chgData name="Bellerjeau, Jason (bellerjn)" userId="S::bellerjn@mail.uc.edu::507df12a-3f54-41fc-94a4-1031422f350b" providerId="AD" clId="Web-{9890C945-DF54-8317-FE7B-6AE25D11DC42}" dt="2026-03-02T22:04:15.404" v="114" actId="20577"/>
      <pc:docMkLst>
        <pc:docMk/>
      </pc:docMkLst>
      <pc:sldChg chg="modSp">
        <pc:chgData name="Bellerjeau, Jason (bellerjn)" userId="S::bellerjn@mail.uc.edu::507df12a-3f54-41fc-94a4-1031422f350b" providerId="AD" clId="Web-{9890C945-DF54-8317-FE7B-6AE25D11DC42}" dt="2026-03-02T21:55:25.136" v="16" actId="20577"/>
        <pc:sldMkLst>
          <pc:docMk/>
          <pc:sldMk cId="3621439300" sldId="267"/>
        </pc:sldMkLst>
        <pc:spChg chg="mod">
          <ac:chgData name="Bellerjeau, Jason (bellerjn)" userId="S::bellerjn@mail.uc.edu::507df12a-3f54-41fc-94a4-1031422f350b" providerId="AD" clId="Web-{9890C945-DF54-8317-FE7B-6AE25D11DC42}" dt="2026-03-02T21:55:25.136" v="16" actId="20577"/>
          <ac:spMkLst>
            <pc:docMk/>
            <pc:sldMk cId="3621439300" sldId="267"/>
            <ac:spMk id="3" creationId="{5D1521FA-7F31-C3DF-A99D-FA91508766F7}"/>
          </ac:spMkLst>
        </pc:spChg>
      </pc:sldChg>
      <pc:sldChg chg="modSp">
        <pc:chgData name="Bellerjeau, Jason (bellerjn)" userId="S::bellerjn@mail.uc.edu::507df12a-3f54-41fc-94a4-1031422f350b" providerId="AD" clId="Web-{9890C945-DF54-8317-FE7B-6AE25D11DC42}" dt="2026-03-02T22:00:55.387" v="76" actId="20577"/>
        <pc:sldMkLst>
          <pc:docMk/>
          <pc:sldMk cId="2409727910" sldId="272"/>
        </pc:sldMkLst>
        <pc:spChg chg="mod">
          <ac:chgData name="Bellerjeau, Jason (bellerjn)" userId="S::bellerjn@mail.uc.edu::507df12a-3f54-41fc-94a4-1031422f350b" providerId="AD" clId="Web-{9890C945-DF54-8317-FE7B-6AE25D11DC42}" dt="2026-03-02T22:00:55.387" v="76" actId="20577"/>
          <ac:spMkLst>
            <pc:docMk/>
            <pc:sldMk cId="2409727910" sldId="272"/>
            <ac:spMk id="3" creationId="{1389D8CB-1B32-ADF8-8C77-67C0968008E0}"/>
          </ac:spMkLst>
        </pc:spChg>
      </pc:sldChg>
      <pc:sldChg chg="modSp">
        <pc:chgData name="Bellerjeau, Jason (bellerjn)" userId="S::bellerjn@mail.uc.edu::507df12a-3f54-41fc-94a4-1031422f350b" providerId="AD" clId="Web-{9890C945-DF54-8317-FE7B-6AE25D11DC42}" dt="2026-03-02T22:02:45.498" v="108" actId="20577"/>
        <pc:sldMkLst>
          <pc:docMk/>
          <pc:sldMk cId="2044678048" sldId="274"/>
        </pc:sldMkLst>
        <pc:spChg chg="mod">
          <ac:chgData name="Bellerjeau, Jason (bellerjn)" userId="S::bellerjn@mail.uc.edu::507df12a-3f54-41fc-94a4-1031422f350b" providerId="AD" clId="Web-{9890C945-DF54-8317-FE7B-6AE25D11DC42}" dt="2026-03-02T22:02:45.498" v="108" actId="20577"/>
          <ac:spMkLst>
            <pc:docMk/>
            <pc:sldMk cId="2044678048" sldId="274"/>
            <ac:spMk id="3" creationId="{A5396FEA-DB69-3B35-F5EE-C1C8DF87795B}"/>
          </ac:spMkLst>
        </pc:spChg>
      </pc:sldChg>
      <pc:sldChg chg="modSp">
        <pc:chgData name="Bellerjeau, Jason (bellerjn)" userId="S::bellerjn@mail.uc.edu::507df12a-3f54-41fc-94a4-1031422f350b" providerId="AD" clId="Web-{9890C945-DF54-8317-FE7B-6AE25D11DC42}" dt="2026-03-02T22:04:15.404" v="114" actId="20577"/>
        <pc:sldMkLst>
          <pc:docMk/>
          <pc:sldMk cId="961948761" sldId="275"/>
        </pc:sldMkLst>
        <pc:spChg chg="mod">
          <ac:chgData name="Bellerjeau, Jason (bellerjn)" userId="S::bellerjn@mail.uc.edu::507df12a-3f54-41fc-94a4-1031422f350b" providerId="AD" clId="Web-{9890C945-DF54-8317-FE7B-6AE25D11DC42}" dt="2026-03-02T22:04:15.404" v="114" actId="20577"/>
          <ac:spMkLst>
            <pc:docMk/>
            <pc:sldMk cId="961948761" sldId="275"/>
            <ac:spMk id="3" creationId="{24C296AD-018D-C004-7F46-B18EDBFAF70A}"/>
          </ac:spMkLst>
        </pc:spChg>
      </pc:sldChg>
    </pc:docChg>
  </pc:docChgLst>
  <pc:docChgLst>
    <pc:chgData name="Ferguson, Joe (fergujp)" userId="4f65ad1c-5ee5-40cd-aa65-b2e007bab6e6" providerId="ADAL" clId="{3FB175E4-2D26-456B-8D3F-6A89E8E2BDC2}"/>
    <pc:docChg chg="undo redo custSel addSld modSld">
      <pc:chgData name="Ferguson, Joe (fergujp)" userId="4f65ad1c-5ee5-40cd-aa65-b2e007bab6e6" providerId="ADAL" clId="{3FB175E4-2D26-456B-8D3F-6A89E8E2BDC2}" dt="2026-03-03T14:23:09.384" v="1848" actId="1076"/>
      <pc:docMkLst>
        <pc:docMk/>
      </pc:docMkLst>
      <pc:sldChg chg="modSp mod">
        <pc:chgData name="Ferguson, Joe (fergujp)" userId="4f65ad1c-5ee5-40cd-aa65-b2e007bab6e6" providerId="ADAL" clId="{3FB175E4-2D26-456B-8D3F-6A89E8E2BDC2}" dt="2026-03-02T21:31:02.251" v="1838" actId="27636"/>
        <pc:sldMkLst>
          <pc:docMk/>
          <pc:sldMk cId="1741922381" sldId="256"/>
        </pc:sldMkLst>
        <pc:spChg chg="mod">
          <ac:chgData name="Ferguson, Joe (fergujp)" userId="4f65ad1c-5ee5-40cd-aa65-b2e007bab6e6" providerId="ADAL" clId="{3FB175E4-2D26-456B-8D3F-6A89E8E2BDC2}" dt="2026-03-02T21:31:02.251" v="1838" actId="27636"/>
          <ac:spMkLst>
            <pc:docMk/>
            <pc:sldMk cId="1741922381" sldId="256"/>
            <ac:spMk id="2" creationId="{F5B0FF09-4EF5-701A-BA09-23BA2646A235}"/>
          </ac:spMkLst>
        </pc:spChg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1741922381" sldId="256"/>
            <ac:spMk id="3" creationId="{5AAF06A1-CB80-3497-9FC0-035DAAD474E8}"/>
          </ac:spMkLst>
        </pc:spChg>
      </pc:sldChg>
      <pc:sldChg chg="modSp mod">
        <pc:chgData name="Ferguson, Joe (fergujp)" userId="4f65ad1c-5ee5-40cd-aa65-b2e007bab6e6" providerId="ADAL" clId="{3FB175E4-2D26-456B-8D3F-6A89E8E2BDC2}" dt="2026-03-03T14:22:36.680" v="1847" actId="20577"/>
        <pc:sldMkLst>
          <pc:docMk/>
          <pc:sldMk cId="1561429950" sldId="257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1561429950" sldId="257"/>
            <ac:spMk id="2" creationId="{6F9A0FD2-7809-9A4A-2653-BEFFCC836E6E}"/>
          </ac:spMkLst>
        </pc:spChg>
        <pc:spChg chg="mod">
          <ac:chgData name="Ferguson, Joe (fergujp)" userId="4f65ad1c-5ee5-40cd-aa65-b2e007bab6e6" providerId="ADAL" clId="{3FB175E4-2D26-456B-8D3F-6A89E8E2BDC2}" dt="2026-03-03T14:22:36.680" v="1847" actId="20577"/>
          <ac:spMkLst>
            <pc:docMk/>
            <pc:sldMk cId="1561429950" sldId="257"/>
            <ac:spMk id="3" creationId="{70B0DFF6-98DA-C9CF-7FDD-36C70E4F6169}"/>
          </ac:spMkLst>
        </pc:spChg>
      </pc:sldChg>
      <pc:sldChg chg="modSp mod">
        <pc:chgData name="Ferguson, Joe (fergujp)" userId="4f65ad1c-5ee5-40cd-aa65-b2e007bab6e6" providerId="ADAL" clId="{3FB175E4-2D26-456B-8D3F-6A89E8E2BDC2}" dt="2026-03-02T21:31:02.269" v="1839" actId="27636"/>
        <pc:sldMkLst>
          <pc:docMk/>
          <pc:sldMk cId="627422543" sldId="258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627422543" sldId="258"/>
            <ac:spMk id="2" creationId="{A2A4F66F-11D0-537A-668B-8FA3CBA401E3}"/>
          </ac:spMkLst>
        </pc:spChg>
        <pc:spChg chg="mod">
          <ac:chgData name="Ferguson, Joe (fergujp)" userId="4f65ad1c-5ee5-40cd-aa65-b2e007bab6e6" providerId="ADAL" clId="{3FB175E4-2D26-456B-8D3F-6A89E8E2BDC2}" dt="2026-03-02T21:31:02.269" v="1839" actId="27636"/>
          <ac:spMkLst>
            <pc:docMk/>
            <pc:sldMk cId="627422543" sldId="258"/>
            <ac:spMk id="3" creationId="{62824C6C-7716-F69E-96B5-73A2F9A3F727}"/>
          </ac:spMkLst>
        </pc:spChg>
      </pc:sldChg>
      <pc:sldChg chg="modSp mod">
        <pc:chgData name="Ferguson, Joe (fergujp)" userId="4f65ad1c-5ee5-40cd-aa65-b2e007bab6e6" providerId="ADAL" clId="{3FB175E4-2D26-456B-8D3F-6A89E8E2BDC2}" dt="2026-03-02T21:31:02.282" v="1840" actId="27636"/>
        <pc:sldMkLst>
          <pc:docMk/>
          <pc:sldMk cId="3737386758" sldId="259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3737386758" sldId="259"/>
            <ac:spMk id="2" creationId="{5C013C26-D768-29D7-C17B-1DF1F00327B0}"/>
          </ac:spMkLst>
        </pc:spChg>
        <pc:spChg chg="mod">
          <ac:chgData name="Ferguson, Joe (fergujp)" userId="4f65ad1c-5ee5-40cd-aa65-b2e007bab6e6" providerId="ADAL" clId="{3FB175E4-2D26-456B-8D3F-6A89E8E2BDC2}" dt="2026-03-02T21:31:02.282" v="1840" actId="27636"/>
          <ac:spMkLst>
            <pc:docMk/>
            <pc:sldMk cId="3737386758" sldId="259"/>
            <ac:spMk id="3" creationId="{18A74BD8-6AAE-BF71-A752-AE1D9C4404BE}"/>
          </ac:spMkLst>
        </pc:spChg>
      </pc:sldChg>
      <pc:sldChg chg="modSp new mod">
        <pc:chgData name="Ferguson, Joe (fergujp)" userId="4f65ad1c-5ee5-40cd-aa65-b2e007bab6e6" providerId="ADAL" clId="{3FB175E4-2D26-456B-8D3F-6A89E8E2BDC2}" dt="2026-03-02T21:31:02.191" v="1837"/>
        <pc:sldMkLst>
          <pc:docMk/>
          <pc:sldMk cId="622951656" sldId="261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622951656" sldId="261"/>
            <ac:spMk id="2" creationId="{F17469BB-B00A-90B5-248E-5D65A93B5B50}"/>
          </ac:spMkLst>
        </pc:spChg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622951656" sldId="261"/>
            <ac:spMk id="3" creationId="{1A481761-35DA-467C-5E6B-31CD2B3280FB}"/>
          </ac:spMkLst>
        </pc:spChg>
      </pc:sldChg>
      <pc:sldChg chg="modSp new mod">
        <pc:chgData name="Ferguson, Joe (fergujp)" userId="4f65ad1c-5ee5-40cd-aa65-b2e007bab6e6" providerId="ADAL" clId="{3FB175E4-2D26-456B-8D3F-6A89E8E2BDC2}" dt="2026-03-02T21:31:02.191" v="1837"/>
        <pc:sldMkLst>
          <pc:docMk/>
          <pc:sldMk cId="2197768062" sldId="262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2197768062" sldId="262"/>
            <ac:spMk id="2" creationId="{907EA7BB-43BB-550B-8505-D9FDFFF0CFAE}"/>
          </ac:spMkLst>
        </pc:spChg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2197768062" sldId="262"/>
            <ac:spMk id="3" creationId="{7A42D408-B048-CAC7-BA8F-8CEBD0F6E9BB}"/>
          </ac:spMkLst>
        </pc:spChg>
      </pc:sldChg>
      <pc:sldChg chg="modSp new mod">
        <pc:chgData name="Ferguson, Joe (fergujp)" userId="4f65ad1c-5ee5-40cd-aa65-b2e007bab6e6" providerId="ADAL" clId="{3FB175E4-2D26-456B-8D3F-6A89E8E2BDC2}" dt="2026-03-02T21:31:02.191" v="1837"/>
        <pc:sldMkLst>
          <pc:docMk/>
          <pc:sldMk cId="2653251690" sldId="263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2653251690" sldId="263"/>
            <ac:spMk id="2" creationId="{C78AFC12-1542-995C-B7D9-B437EE2B7F2A}"/>
          </ac:spMkLst>
        </pc:spChg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2653251690" sldId="263"/>
            <ac:spMk id="3" creationId="{5D209B06-A39E-AEDD-5B3F-59378B82D5CD}"/>
          </ac:spMkLst>
        </pc:spChg>
      </pc:sldChg>
      <pc:sldChg chg="addSp modSp new mod">
        <pc:chgData name="Ferguson, Joe (fergujp)" userId="4f65ad1c-5ee5-40cd-aa65-b2e007bab6e6" providerId="ADAL" clId="{3FB175E4-2D26-456B-8D3F-6A89E8E2BDC2}" dt="2026-03-03T14:23:09.384" v="1848" actId="1076"/>
        <pc:sldMkLst>
          <pc:docMk/>
          <pc:sldMk cId="3741326513" sldId="264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3741326513" sldId="264"/>
            <ac:spMk id="2" creationId="{2F62DDB8-2F62-EED1-2222-D52F987BF33F}"/>
          </ac:spMkLst>
        </pc:spChg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3741326513" sldId="264"/>
            <ac:spMk id="3" creationId="{608C4F5C-9279-1AF2-DBD1-12CA5133496A}"/>
          </ac:spMkLst>
        </pc:spChg>
        <pc:spChg chg="add mod">
          <ac:chgData name="Ferguson, Joe (fergujp)" userId="4f65ad1c-5ee5-40cd-aa65-b2e007bab6e6" providerId="ADAL" clId="{3FB175E4-2D26-456B-8D3F-6A89E8E2BDC2}" dt="2026-03-03T14:23:09.384" v="1848" actId="1076"/>
          <ac:spMkLst>
            <pc:docMk/>
            <pc:sldMk cId="3741326513" sldId="264"/>
            <ac:spMk id="6" creationId="{C4192FC7-6511-B90F-412D-17C8729608A9}"/>
          </ac:spMkLst>
        </pc:spChg>
        <pc:picChg chg="add mod modCrop">
          <ac:chgData name="Ferguson, Joe (fergujp)" userId="4f65ad1c-5ee5-40cd-aa65-b2e007bab6e6" providerId="ADAL" clId="{3FB175E4-2D26-456B-8D3F-6A89E8E2BDC2}" dt="2026-03-02T21:22:22.407" v="1672" actId="1076"/>
          <ac:picMkLst>
            <pc:docMk/>
            <pc:sldMk cId="3741326513" sldId="264"/>
            <ac:picMk id="5" creationId="{1866F6E6-D8F9-D485-EEB9-88FA1E2DE7CC}"/>
          </ac:picMkLst>
        </pc:picChg>
      </pc:sldChg>
      <pc:sldChg chg="modSp new mod">
        <pc:chgData name="Ferguson, Joe (fergujp)" userId="4f65ad1c-5ee5-40cd-aa65-b2e007bab6e6" providerId="ADAL" clId="{3FB175E4-2D26-456B-8D3F-6A89E8E2BDC2}" dt="2026-03-02T21:31:02.293" v="1842" actId="27636"/>
        <pc:sldMkLst>
          <pc:docMk/>
          <pc:sldMk cId="2539389966" sldId="265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2539389966" sldId="265"/>
            <ac:spMk id="2" creationId="{CF50709A-2BAC-9481-B9CB-EED734C529EE}"/>
          </ac:spMkLst>
        </pc:spChg>
        <pc:spChg chg="mod">
          <ac:chgData name="Ferguson, Joe (fergujp)" userId="4f65ad1c-5ee5-40cd-aa65-b2e007bab6e6" providerId="ADAL" clId="{3FB175E4-2D26-456B-8D3F-6A89E8E2BDC2}" dt="2026-03-02T21:31:02.293" v="1842" actId="27636"/>
          <ac:spMkLst>
            <pc:docMk/>
            <pc:sldMk cId="2539389966" sldId="265"/>
            <ac:spMk id="3" creationId="{B1585CD1-4C07-4C26-BAD2-02F84944702A}"/>
          </ac:spMkLst>
        </pc:spChg>
      </pc:sldChg>
      <pc:sldChg chg="addSp delSp modSp new mod">
        <pc:chgData name="Ferguson, Joe (fergujp)" userId="4f65ad1c-5ee5-40cd-aa65-b2e007bab6e6" providerId="ADAL" clId="{3FB175E4-2D26-456B-8D3F-6A89E8E2BDC2}" dt="2026-03-02T21:31:02.191" v="1837"/>
        <pc:sldMkLst>
          <pc:docMk/>
          <pc:sldMk cId="3420494535" sldId="266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3420494535" sldId="266"/>
            <ac:spMk id="2" creationId="{D1D8C650-1EA4-81D8-ED1B-455385CFCC5A}"/>
          </ac:spMkLst>
        </pc:spChg>
        <pc:picChg chg="add mod ord">
          <ac:chgData name="Ferguson, Joe (fergujp)" userId="4f65ad1c-5ee5-40cd-aa65-b2e007bab6e6" providerId="ADAL" clId="{3FB175E4-2D26-456B-8D3F-6A89E8E2BDC2}" dt="2026-03-02T21:31:02.191" v="1837"/>
          <ac:picMkLst>
            <pc:docMk/>
            <pc:sldMk cId="3420494535" sldId="266"/>
            <ac:picMk id="5" creationId="{A8BB1C0B-2576-58A7-01A2-A36B96300EE0}"/>
          </ac:picMkLst>
        </pc:picChg>
      </pc:sldChg>
      <pc:sldChg chg="modSp new mod">
        <pc:chgData name="Ferguson, Joe (fergujp)" userId="4f65ad1c-5ee5-40cd-aa65-b2e007bab6e6" providerId="ADAL" clId="{3FB175E4-2D26-456B-8D3F-6A89E8E2BDC2}" dt="2026-03-02T21:31:02.299" v="1843" actId="27636"/>
        <pc:sldMkLst>
          <pc:docMk/>
          <pc:sldMk cId="3621439300" sldId="267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3621439300" sldId="267"/>
            <ac:spMk id="2" creationId="{B2B1A80C-97C8-FD4E-768B-3D29D4BEDC2C}"/>
          </ac:spMkLst>
        </pc:spChg>
        <pc:spChg chg="mod">
          <ac:chgData name="Ferguson, Joe (fergujp)" userId="4f65ad1c-5ee5-40cd-aa65-b2e007bab6e6" providerId="ADAL" clId="{3FB175E4-2D26-456B-8D3F-6A89E8E2BDC2}" dt="2026-03-02T21:31:02.299" v="1843" actId="27636"/>
          <ac:spMkLst>
            <pc:docMk/>
            <pc:sldMk cId="3621439300" sldId="267"/>
            <ac:spMk id="3" creationId="{5D1521FA-7F31-C3DF-A99D-FA91508766F7}"/>
          </ac:spMkLst>
        </pc:spChg>
      </pc:sldChg>
      <pc:sldChg chg="modSp new">
        <pc:chgData name="Ferguson, Joe (fergujp)" userId="4f65ad1c-5ee5-40cd-aa65-b2e007bab6e6" providerId="ADAL" clId="{3FB175E4-2D26-456B-8D3F-6A89E8E2BDC2}" dt="2026-03-02T21:31:02.191" v="1837"/>
        <pc:sldMkLst>
          <pc:docMk/>
          <pc:sldMk cId="3944135579" sldId="268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3944135579" sldId="268"/>
            <ac:spMk id="2" creationId="{3D5BA892-02D8-864D-D202-65F6026E81B3}"/>
          </ac:spMkLst>
        </pc:spChg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3944135579" sldId="268"/>
            <ac:spMk id="3" creationId="{4D9622CD-30FC-5D1F-3F24-C987E4671236}"/>
          </ac:spMkLst>
        </pc:spChg>
      </pc:sldChg>
      <pc:sldChg chg="addSp delSp modSp new mod">
        <pc:chgData name="Ferguson, Joe (fergujp)" userId="4f65ad1c-5ee5-40cd-aa65-b2e007bab6e6" providerId="ADAL" clId="{3FB175E4-2D26-456B-8D3F-6A89E8E2BDC2}" dt="2026-03-02T21:31:02.191" v="1837"/>
        <pc:sldMkLst>
          <pc:docMk/>
          <pc:sldMk cId="341965317" sldId="269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341965317" sldId="269"/>
            <ac:spMk id="2" creationId="{D849C0A8-55AD-26CD-4C22-CA6B246F5FDB}"/>
          </ac:spMkLst>
        </pc:spChg>
        <pc:spChg chg="add mod">
          <ac:chgData name="Ferguson, Joe (fergujp)" userId="4f65ad1c-5ee5-40cd-aa65-b2e007bab6e6" providerId="ADAL" clId="{3FB175E4-2D26-456B-8D3F-6A89E8E2BDC2}" dt="2026-03-02T21:28:00.310" v="1776" actId="1076"/>
          <ac:spMkLst>
            <pc:docMk/>
            <pc:sldMk cId="341965317" sldId="269"/>
            <ac:spMk id="3" creationId="{F0EB9F45-687D-2862-1859-89A727482791}"/>
          </ac:spMkLst>
        </pc:spChg>
        <pc:picChg chg="add mod ord">
          <ac:chgData name="Ferguson, Joe (fergujp)" userId="4f65ad1c-5ee5-40cd-aa65-b2e007bab6e6" providerId="ADAL" clId="{3FB175E4-2D26-456B-8D3F-6A89E8E2BDC2}" dt="2026-03-02T21:31:02.191" v="1837"/>
          <ac:picMkLst>
            <pc:docMk/>
            <pc:sldMk cId="341965317" sldId="269"/>
            <ac:picMk id="5" creationId="{E1192C79-5921-4105-741D-BB258453EC0A}"/>
          </ac:picMkLst>
        </pc:picChg>
      </pc:sldChg>
      <pc:sldChg chg="modSp mod">
        <pc:chgData name="Ferguson, Joe (fergujp)" userId="4f65ad1c-5ee5-40cd-aa65-b2e007bab6e6" providerId="ADAL" clId="{3FB175E4-2D26-456B-8D3F-6A89E8E2BDC2}" dt="2026-03-02T21:31:02.285" v="1841" actId="27636"/>
        <pc:sldMkLst>
          <pc:docMk/>
          <pc:sldMk cId="152513560" sldId="270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152513560" sldId="270"/>
            <ac:spMk id="2" creationId="{32A38BBD-CC6E-932C-6F22-BFA50B69C640}"/>
          </ac:spMkLst>
        </pc:spChg>
        <pc:spChg chg="mod">
          <ac:chgData name="Ferguson, Joe (fergujp)" userId="4f65ad1c-5ee5-40cd-aa65-b2e007bab6e6" providerId="ADAL" clId="{3FB175E4-2D26-456B-8D3F-6A89E8E2BDC2}" dt="2026-03-02T21:31:02.285" v="1841" actId="27636"/>
          <ac:spMkLst>
            <pc:docMk/>
            <pc:sldMk cId="152513560" sldId="270"/>
            <ac:spMk id="3" creationId="{E70A46BB-CE40-2943-461C-7720446FE98B}"/>
          </ac:spMkLst>
        </pc:spChg>
      </pc:sldChg>
      <pc:sldChg chg="modSp mod">
        <pc:chgData name="Ferguson, Joe (fergujp)" userId="4f65ad1c-5ee5-40cd-aa65-b2e007bab6e6" providerId="ADAL" clId="{3FB175E4-2D26-456B-8D3F-6A89E8E2BDC2}" dt="2026-03-02T21:31:02.303" v="1844" actId="27636"/>
        <pc:sldMkLst>
          <pc:docMk/>
          <pc:sldMk cId="2409727910" sldId="272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2409727910" sldId="272"/>
            <ac:spMk id="2" creationId="{F9E2BB49-A389-DED3-062A-4BD369B5A44C}"/>
          </ac:spMkLst>
        </pc:spChg>
        <pc:spChg chg="mod">
          <ac:chgData name="Ferguson, Joe (fergujp)" userId="4f65ad1c-5ee5-40cd-aa65-b2e007bab6e6" providerId="ADAL" clId="{3FB175E4-2D26-456B-8D3F-6A89E8E2BDC2}" dt="2026-03-02T21:31:02.303" v="1844" actId="27636"/>
          <ac:spMkLst>
            <pc:docMk/>
            <pc:sldMk cId="2409727910" sldId="272"/>
            <ac:spMk id="3" creationId="{1389D8CB-1B32-ADF8-8C77-67C0968008E0}"/>
          </ac:spMkLst>
        </pc:spChg>
      </pc:sldChg>
      <pc:sldChg chg="modSp">
        <pc:chgData name="Ferguson, Joe (fergujp)" userId="4f65ad1c-5ee5-40cd-aa65-b2e007bab6e6" providerId="ADAL" clId="{3FB175E4-2D26-456B-8D3F-6A89E8E2BDC2}" dt="2026-03-02T21:31:02.191" v="1837"/>
        <pc:sldMkLst>
          <pc:docMk/>
          <pc:sldMk cId="3105816496" sldId="273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3105816496" sldId="273"/>
            <ac:spMk id="2" creationId="{6E9D1834-4204-F95E-5530-1A36CD25F82E}"/>
          </ac:spMkLst>
        </pc:spChg>
      </pc:sldChg>
      <pc:sldChg chg="modSp mod">
        <pc:chgData name="Ferguson, Joe (fergujp)" userId="4f65ad1c-5ee5-40cd-aa65-b2e007bab6e6" providerId="ADAL" clId="{3FB175E4-2D26-456B-8D3F-6A89E8E2BDC2}" dt="2026-03-02T21:31:02.309" v="1845" actId="27636"/>
        <pc:sldMkLst>
          <pc:docMk/>
          <pc:sldMk cId="2044678048" sldId="274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2044678048" sldId="274"/>
            <ac:spMk id="2" creationId="{04B88FFD-6F1F-5944-4D62-FB191B005180}"/>
          </ac:spMkLst>
        </pc:spChg>
        <pc:spChg chg="mod">
          <ac:chgData name="Ferguson, Joe (fergujp)" userId="4f65ad1c-5ee5-40cd-aa65-b2e007bab6e6" providerId="ADAL" clId="{3FB175E4-2D26-456B-8D3F-6A89E8E2BDC2}" dt="2026-03-02T21:31:02.309" v="1845" actId="27636"/>
          <ac:spMkLst>
            <pc:docMk/>
            <pc:sldMk cId="2044678048" sldId="274"/>
            <ac:spMk id="3" creationId="{A5396FEA-DB69-3B35-F5EE-C1C8DF87795B}"/>
          </ac:spMkLst>
        </pc:spChg>
      </pc:sldChg>
      <pc:sldChg chg="modSp mod">
        <pc:chgData name="Ferguson, Joe (fergujp)" userId="4f65ad1c-5ee5-40cd-aa65-b2e007bab6e6" providerId="ADAL" clId="{3FB175E4-2D26-456B-8D3F-6A89E8E2BDC2}" dt="2026-03-02T21:31:02.315" v="1846" actId="27636"/>
        <pc:sldMkLst>
          <pc:docMk/>
          <pc:sldMk cId="961948761" sldId="275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961948761" sldId="275"/>
            <ac:spMk id="2" creationId="{C1132972-FE7D-680A-D634-D41E34ECA654}"/>
          </ac:spMkLst>
        </pc:spChg>
        <pc:spChg chg="mod">
          <ac:chgData name="Ferguson, Joe (fergujp)" userId="4f65ad1c-5ee5-40cd-aa65-b2e007bab6e6" providerId="ADAL" clId="{3FB175E4-2D26-456B-8D3F-6A89E8E2BDC2}" dt="2026-03-02T21:31:02.315" v="1846" actId="27636"/>
          <ac:spMkLst>
            <pc:docMk/>
            <pc:sldMk cId="961948761" sldId="275"/>
            <ac:spMk id="3" creationId="{24C296AD-018D-C004-7F46-B18EDBFAF70A}"/>
          </ac:spMkLst>
        </pc:spChg>
      </pc:sldChg>
      <pc:sldChg chg="addSp delSp modSp new mod">
        <pc:chgData name="Ferguson, Joe (fergujp)" userId="4f65ad1c-5ee5-40cd-aa65-b2e007bab6e6" providerId="ADAL" clId="{3FB175E4-2D26-456B-8D3F-6A89E8E2BDC2}" dt="2026-03-02T21:31:02.191" v="1837"/>
        <pc:sldMkLst>
          <pc:docMk/>
          <pc:sldMk cId="596634680" sldId="276"/>
        </pc:sldMkLst>
        <pc:spChg chg="mod">
          <ac:chgData name="Ferguson, Joe (fergujp)" userId="4f65ad1c-5ee5-40cd-aa65-b2e007bab6e6" providerId="ADAL" clId="{3FB175E4-2D26-456B-8D3F-6A89E8E2BDC2}" dt="2026-03-02T21:31:02.191" v="1837"/>
          <ac:spMkLst>
            <pc:docMk/>
            <pc:sldMk cId="596634680" sldId="276"/>
            <ac:spMk id="2" creationId="{AC7512B7-7B55-7B43-C005-6987AC29E451}"/>
          </ac:spMkLst>
        </pc:spChg>
        <pc:spChg chg="add mod">
          <ac:chgData name="Ferguson, Joe (fergujp)" userId="4f65ad1c-5ee5-40cd-aa65-b2e007bab6e6" providerId="ADAL" clId="{3FB175E4-2D26-456B-8D3F-6A89E8E2BDC2}" dt="2026-03-02T21:26:45.297" v="1734" actId="207"/>
          <ac:spMkLst>
            <pc:docMk/>
            <pc:sldMk cId="596634680" sldId="276"/>
            <ac:spMk id="6" creationId="{5487ED87-F6A7-6B77-1C3A-E00A97080A9F}"/>
          </ac:spMkLst>
        </pc:spChg>
        <pc:picChg chg="add mod ord">
          <ac:chgData name="Ferguson, Joe (fergujp)" userId="4f65ad1c-5ee5-40cd-aa65-b2e007bab6e6" providerId="ADAL" clId="{3FB175E4-2D26-456B-8D3F-6A89E8E2BDC2}" dt="2026-03-02T21:25:32.977" v="1676" actId="1076"/>
          <ac:picMkLst>
            <pc:docMk/>
            <pc:sldMk cId="596634680" sldId="276"/>
            <ac:picMk id="5" creationId="{8C7CC620-40AD-FDD5-5B8D-A2F0E0AC6599}"/>
          </ac:picMkLst>
        </pc:picChg>
      </pc:sldChg>
    </pc:docChg>
  </pc:docChgLst>
  <pc:docChgLst>
    <pc:chgData name="Saraf, Ameya (sarafae)" userId="S::sarafae@mail.uc.edu::9160a3c0-5aa7-406c-b7af-7ab7c89f1ebf" providerId="AD" clId="Web-{017B04BA-2876-C5E0-E0FB-188ECF31E37D}"/>
    <pc:docChg chg="modSld">
      <pc:chgData name="Saraf, Ameya (sarafae)" userId="S::sarafae@mail.uc.edu::9160a3c0-5aa7-406c-b7af-7ab7c89f1ebf" providerId="AD" clId="Web-{017B04BA-2876-C5E0-E0FB-188ECF31E37D}" dt="2026-02-26T02:54:25.087" v="124" actId="20577"/>
      <pc:docMkLst>
        <pc:docMk/>
      </pc:docMkLst>
      <pc:sldChg chg="modSp">
        <pc:chgData name="Saraf, Ameya (sarafae)" userId="S::sarafae@mail.uc.edu::9160a3c0-5aa7-406c-b7af-7ab7c89f1ebf" providerId="AD" clId="Web-{017B04BA-2876-C5E0-E0FB-188ECF31E37D}" dt="2026-02-26T02:52:51.431" v="55" actId="20577"/>
        <pc:sldMkLst>
          <pc:docMk/>
          <pc:sldMk cId="1561429950" sldId="257"/>
        </pc:sldMkLst>
        <pc:spChg chg="mod">
          <ac:chgData name="Saraf, Ameya (sarafae)" userId="S::sarafae@mail.uc.edu::9160a3c0-5aa7-406c-b7af-7ab7c89f1ebf" providerId="AD" clId="Web-{017B04BA-2876-C5E0-E0FB-188ECF31E37D}" dt="2026-02-26T02:52:51.431" v="55" actId="20577"/>
          <ac:spMkLst>
            <pc:docMk/>
            <pc:sldMk cId="1561429950" sldId="257"/>
            <ac:spMk id="3" creationId="{70B0DFF6-98DA-C9CF-7FDD-36C70E4F6169}"/>
          </ac:spMkLst>
        </pc:spChg>
      </pc:sldChg>
      <pc:sldChg chg="modSp">
        <pc:chgData name="Saraf, Ameya (sarafae)" userId="S::sarafae@mail.uc.edu::9160a3c0-5aa7-406c-b7af-7ab7c89f1ebf" providerId="AD" clId="Web-{017B04BA-2876-C5E0-E0FB-188ECF31E37D}" dt="2026-02-26T02:53:48.243" v="92" actId="20577"/>
        <pc:sldMkLst>
          <pc:docMk/>
          <pc:sldMk cId="627422543" sldId="258"/>
        </pc:sldMkLst>
        <pc:spChg chg="mod">
          <ac:chgData name="Saraf, Ameya (sarafae)" userId="S::sarafae@mail.uc.edu::9160a3c0-5aa7-406c-b7af-7ab7c89f1ebf" providerId="AD" clId="Web-{017B04BA-2876-C5E0-E0FB-188ECF31E37D}" dt="2026-02-26T02:53:48.243" v="92" actId="20577"/>
          <ac:spMkLst>
            <pc:docMk/>
            <pc:sldMk cId="627422543" sldId="258"/>
            <ac:spMk id="3" creationId="{62824C6C-7716-F69E-96B5-73A2F9A3F727}"/>
          </ac:spMkLst>
        </pc:spChg>
      </pc:sldChg>
      <pc:sldChg chg="modSp">
        <pc:chgData name="Saraf, Ameya (sarafae)" userId="S::sarafae@mail.uc.edu::9160a3c0-5aa7-406c-b7af-7ab7c89f1ebf" providerId="AD" clId="Web-{017B04BA-2876-C5E0-E0FB-188ECF31E37D}" dt="2026-02-26T02:54:25.087" v="124" actId="20577"/>
        <pc:sldMkLst>
          <pc:docMk/>
          <pc:sldMk cId="3737386758" sldId="259"/>
        </pc:sldMkLst>
        <pc:spChg chg="mod">
          <ac:chgData name="Saraf, Ameya (sarafae)" userId="S::sarafae@mail.uc.edu::9160a3c0-5aa7-406c-b7af-7ab7c89f1ebf" providerId="AD" clId="Web-{017B04BA-2876-C5E0-E0FB-188ECF31E37D}" dt="2026-02-26T02:54:25.087" v="124" actId="20577"/>
          <ac:spMkLst>
            <pc:docMk/>
            <pc:sldMk cId="3737386758" sldId="259"/>
            <ac:spMk id="3" creationId="{18A74BD8-6AAE-BF71-A752-AE1D9C4404BE}"/>
          </ac:spMkLst>
        </pc:spChg>
      </pc:sldChg>
    </pc:docChg>
  </pc:docChgLst>
  <pc:docChgLst>
    <pc:chgData name="Gerver, Garrett (gerverge)" userId="S::gerverge@mail.uc.edu::216e70fc-59cc-4f5a-9f3c-4941a3c31d93" providerId="AD" clId="Web-{C1862239-A8AC-82FA-F49A-0FD5BDE08050}"/>
    <pc:docChg chg="addSld delSld modSld">
      <pc:chgData name="Gerver, Garrett (gerverge)" userId="S::gerverge@mail.uc.edu::216e70fc-59cc-4f5a-9f3c-4941a3c31d93" providerId="AD" clId="Web-{C1862239-A8AC-82FA-F49A-0FD5BDE08050}" dt="2026-02-26T19:01:33.941" v="318"/>
      <pc:docMkLst>
        <pc:docMk/>
      </pc:docMkLst>
      <pc:sldChg chg="modSp">
        <pc:chgData name="Gerver, Garrett (gerverge)" userId="S::gerverge@mail.uc.edu::216e70fc-59cc-4f5a-9f3c-4941a3c31d93" providerId="AD" clId="Web-{C1862239-A8AC-82FA-F49A-0FD5BDE08050}" dt="2026-02-26T18:59:04.894" v="285" actId="20577"/>
        <pc:sldMkLst>
          <pc:docMk/>
          <pc:sldMk cId="622951656" sldId="261"/>
        </pc:sldMkLst>
        <pc:spChg chg="mod">
          <ac:chgData name="Gerver, Garrett (gerverge)" userId="S::gerverge@mail.uc.edu::216e70fc-59cc-4f5a-9f3c-4941a3c31d93" providerId="AD" clId="Web-{C1862239-A8AC-82FA-F49A-0FD5BDE08050}" dt="2026-02-26T18:59:04.894" v="285" actId="20577"/>
          <ac:spMkLst>
            <pc:docMk/>
            <pc:sldMk cId="622951656" sldId="261"/>
            <ac:spMk id="3" creationId="{1A481761-35DA-467C-5E6B-31CD2B3280FB}"/>
          </ac:spMkLst>
        </pc:spChg>
      </pc:sldChg>
      <pc:sldChg chg="modSp add replId addAnim delAnim modAnim modNotes">
        <pc:chgData name="Gerver, Garrett (gerverge)" userId="S::gerverge@mail.uc.edu::216e70fc-59cc-4f5a-9f3c-4941a3c31d93" providerId="AD" clId="Web-{C1862239-A8AC-82FA-F49A-0FD5BDE08050}" dt="2026-02-26T19:01:33.941" v="318"/>
        <pc:sldMkLst>
          <pc:docMk/>
          <pc:sldMk cId="152513560" sldId="270"/>
        </pc:sldMkLst>
        <pc:spChg chg="mod">
          <ac:chgData name="Gerver, Garrett (gerverge)" userId="S::gerverge@mail.uc.edu::216e70fc-59cc-4f5a-9f3c-4941a3c31d93" providerId="AD" clId="Web-{C1862239-A8AC-82FA-F49A-0FD5BDE08050}" dt="2026-02-26T19:00:51.113" v="300" actId="20577"/>
          <ac:spMkLst>
            <pc:docMk/>
            <pc:sldMk cId="152513560" sldId="270"/>
            <ac:spMk id="3" creationId="{E70A46BB-CE40-2943-461C-7720446FE98B}"/>
          </ac:spMkLst>
        </pc:spChg>
      </pc:sldChg>
    </pc:docChg>
  </pc:docChgLst>
  <pc:docChgLst>
    <pc:chgData name="El Homayssi, Ali (elhomaab)" userId="S::elhomaab@mail.uc.edu::46c7c60b-afbf-4cb7-81f2-2076d51e9f9c" providerId="AD" clId="Web-{CD583127-A303-25F6-0BFF-1D9571589E10}"/>
    <pc:docChg chg="addSld delSld modSld sldOrd">
      <pc:chgData name="El Homayssi, Ali (elhomaab)" userId="S::elhomaab@mail.uc.edu::46c7c60b-afbf-4cb7-81f2-2076d51e9f9c" providerId="AD" clId="Web-{CD583127-A303-25F6-0BFF-1D9571589E10}" dt="2026-03-02T19:45:48.430" v="1650" actId="20577"/>
      <pc:docMkLst>
        <pc:docMk/>
      </pc:docMkLst>
      <pc:sldChg chg="modSp">
        <pc:chgData name="El Homayssi, Ali (elhomaab)" userId="S::elhomaab@mail.uc.edu::46c7c60b-afbf-4cb7-81f2-2076d51e9f9c" providerId="AD" clId="Web-{CD583127-A303-25F6-0BFF-1D9571589E10}" dt="2026-03-02T17:48:32.057" v="1" actId="20577"/>
        <pc:sldMkLst>
          <pc:docMk/>
          <pc:sldMk cId="1741922381" sldId="256"/>
        </pc:sldMkLst>
        <pc:spChg chg="mod">
          <ac:chgData name="El Homayssi, Ali (elhomaab)" userId="S::elhomaab@mail.uc.edu::46c7c60b-afbf-4cb7-81f2-2076d51e9f9c" providerId="AD" clId="Web-{CD583127-A303-25F6-0BFF-1D9571589E10}" dt="2026-03-02T17:48:32.057" v="1" actId="20577"/>
          <ac:spMkLst>
            <pc:docMk/>
            <pc:sldMk cId="1741922381" sldId="256"/>
            <ac:spMk id="3" creationId="{5AAF06A1-CB80-3497-9FC0-035DAAD474E8}"/>
          </ac:spMkLst>
        </pc:spChg>
      </pc:sldChg>
      <pc:sldChg chg="addSp modSp">
        <pc:chgData name="El Homayssi, Ali (elhomaab)" userId="S::elhomaab@mail.uc.edu::46c7c60b-afbf-4cb7-81f2-2076d51e9f9c" providerId="AD" clId="Web-{CD583127-A303-25F6-0BFF-1D9571589E10}" dt="2026-03-02T19:01:37.409" v="497" actId="20577"/>
        <pc:sldMkLst>
          <pc:docMk/>
          <pc:sldMk cId="3621439300" sldId="267"/>
        </pc:sldMkLst>
        <pc:spChg chg="mod">
          <ac:chgData name="El Homayssi, Ali (elhomaab)" userId="S::elhomaab@mail.uc.edu::46c7c60b-afbf-4cb7-81f2-2076d51e9f9c" providerId="AD" clId="Web-{CD583127-A303-25F6-0BFF-1D9571589E10}" dt="2026-03-02T18:58:03.112" v="467" actId="20577"/>
          <ac:spMkLst>
            <pc:docMk/>
            <pc:sldMk cId="3621439300" sldId="267"/>
            <ac:spMk id="2" creationId="{B2B1A80C-97C8-FD4E-768B-3D29D4BEDC2C}"/>
          </ac:spMkLst>
        </pc:spChg>
        <pc:spChg chg="mod">
          <ac:chgData name="El Homayssi, Ali (elhomaab)" userId="S::elhomaab@mail.uc.edu::46c7c60b-afbf-4cb7-81f2-2076d51e9f9c" providerId="AD" clId="Web-{CD583127-A303-25F6-0BFF-1D9571589E10}" dt="2026-03-02T19:01:37.409" v="497" actId="20577"/>
          <ac:spMkLst>
            <pc:docMk/>
            <pc:sldMk cId="3621439300" sldId="267"/>
            <ac:spMk id="3" creationId="{5D1521FA-7F31-C3DF-A99D-FA91508766F7}"/>
          </ac:spMkLst>
        </pc:spChg>
        <pc:picChg chg="add mod">
          <ac:chgData name="El Homayssi, Ali (elhomaab)" userId="S::elhomaab@mail.uc.edu::46c7c60b-afbf-4cb7-81f2-2076d51e9f9c" providerId="AD" clId="Web-{CD583127-A303-25F6-0BFF-1D9571589E10}" dt="2026-03-02T18:53:58.855" v="462" actId="14100"/>
          <ac:picMkLst>
            <pc:docMk/>
            <pc:sldMk cId="3621439300" sldId="267"/>
            <ac:picMk id="4" creationId="{79A1117C-AD45-B857-C25B-33FB381FB410}"/>
          </ac:picMkLst>
        </pc:picChg>
      </pc:sldChg>
      <pc:sldChg chg="modSp">
        <pc:chgData name="El Homayssi, Ali (elhomaab)" userId="S::elhomaab@mail.uc.edu::46c7c60b-afbf-4cb7-81f2-2076d51e9f9c" providerId="AD" clId="Web-{CD583127-A303-25F6-0BFF-1D9571589E10}" dt="2026-03-02T19:45:48.430" v="1650" actId="20577"/>
        <pc:sldMkLst>
          <pc:docMk/>
          <pc:sldMk cId="3944135579" sldId="268"/>
        </pc:sldMkLst>
        <pc:spChg chg="mod">
          <ac:chgData name="El Homayssi, Ali (elhomaab)" userId="S::elhomaab@mail.uc.edu::46c7c60b-afbf-4cb7-81f2-2076d51e9f9c" providerId="AD" clId="Web-{CD583127-A303-25F6-0BFF-1D9571589E10}" dt="2026-03-02T19:45:48.430" v="1650" actId="20577"/>
          <ac:spMkLst>
            <pc:docMk/>
            <pc:sldMk cId="3944135579" sldId="268"/>
            <ac:spMk id="2" creationId="{3D5BA892-02D8-864D-D202-65F6026E81B3}"/>
          </ac:spMkLst>
        </pc:spChg>
      </pc:sldChg>
      <pc:sldChg chg="addSp delSp modSp add replId">
        <pc:chgData name="El Homayssi, Ali (elhomaab)" userId="S::elhomaab@mail.uc.edu::46c7c60b-afbf-4cb7-81f2-2076d51e9f9c" providerId="AD" clId="Web-{CD583127-A303-25F6-0BFF-1D9571589E10}" dt="2026-03-02T19:45:24.648" v="1644" actId="20577"/>
        <pc:sldMkLst>
          <pc:docMk/>
          <pc:sldMk cId="2409727910" sldId="272"/>
        </pc:sldMkLst>
        <pc:spChg chg="mod">
          <ac:chgData name="El Homayssi, Ali (elhomaab)" userId="S::elhomaab@mail.uc.edu::46c7c60b-afbf-4cb7-81f2-2076d51e9f9c" providerId="AD" clId="Web-{CD583127-A303-25F6-0BFF-1D9571589E10}" dt="2026-03-02T19:45:24.648" v="1644" actId="20577"/>
          <ac:spMkLst>
            <pc:docMk/>
            <pc:sldMk cId="2409727910" sldId="272"/>
            <ac:spMk id="2" creationId="{F9E2BB49-A389-DED3-062A-4BD369B5A44C}"/>
          </ac:spMkLst>
        </pc:spChg>
        <pc:spChg chg="mod">
          <ac:chgData name="El Homayssi, Ali (elhomaab)" userId="S::elhomaab@mail.uc.edu::46c7c60b-afbf-4cb7-81f2-2076d51e9f9c" providerId="AD" clId="Web-{CD583127-A303-25F6-0BFF-1D9571589E10}" dt="2026-03-02T19:17:59.194" v="893" actId="1076"/>
          <ac:spMkLst>
            <pc:docMk/>
            <pc:sldMk cId="2409727910" sldId="272"/>
            <ac:spMk id="3" creationId="{1389D8CB-1B32-ADF8-8C77-67C0968008E0}"/>
          </ac:spMkLst>
        </pc:spChg>
        <pc:picChg chg="add mod">
          <ac:chgData name="El Homayssi, Ali (elhomaab)" userId="S::elhomaab@mail.uc.edu::46c7c60b-afbf-4cb7-81f2-2076d51e9f9c" providerId="AD" clId="Web-{CD583127-A303-25F6-0BFF-1D9571589E10}" dt="2026-03-02T19:10:58.973" v="775" actId="1076"/>
          <ac:picMkLst>
            <pc:docMk/>
            <pc:sldMk cId="2409727910" sldId="272"/>
            <ac:picMk id="5" creationId="{325E7108-81FD-1F8F-A4E5-084266844926}"/>
          </ac:picMkLst>
        </pc:picChg>
        <pc:picChg chg="add mod">
          <ac:chgData name="El Homayssi, Ali (elhomaab)" userId="S::elhomaab@mail.uc.edu::46c7c60b-afbf-4cb7-81f2-2076d51e9f9c" providerId="AD" clId="Web-{CD583127-A303-25F6-0BFF-1D9571589E10}" dt="2026-03-02T19:11:01.864" v="776" actId="1076"/>
          <ac:picMkLst>
            <pc:docMk/>
            <pc:sldMk cId="2409727910" sldId="272"/>
            <ac:picMk id="6" creationId="{2ADCD0B9-FF07-FFBB-6F81-E98562E2E4EA}"/>
          </ac:picMkLst>
        </pc:picChg>
      </pc:sldChg>
      <pc:sldChg chg="addSp delSp modSp add ord replId">
        <pc:chgData name="El Homayssi, Ali (elhomaab)" userId="S::elhomaab@mail.uc.edu::46c7c60b-afbf-4cb7-81f2-2076d51e9f9c" providerId="AD" clId="Web-{CD583127-A303-25F6-0BFF-1D9571589E10}" dt="2026-03-02T19:17:45.833" v="891" actId="20577"/>
        <pc:sldMkLst>
          <pc:docMk/>
          <pc:sldMk cId="3105816496" sldId="273"/>
        </pc:sldMkLst>
        <pc:spChg chg="mod">
          <ac:chgData name="El Homayssi, Ali (elhomaab)" userId="S::elhomaab@mail.uc.edu::46c7c60b-afbf-4cb7-81f2-2076d51e9f9c" providerId="AD" clId="Web-{CD583127-A303-25F6-0BFF-1D9571589E10}" dt="2026-03-02T19:13:32.040" v="784" actId="20577"/>
          <ac:spMkLst>
            <pc:docMk/>
            <pc:sldMk cId="3105816496" sldId="273"/>
            <ac:spMk id="2" creationId="{6E9D1834-4204-F95E-5530-1A36CD25F82E}"/>
          </ac:spMkLst>
        </pc:spChg>
        <pc:spChg chg="mod">
          <ac:chgData name="El Homayssi, Ali (elhomaab)" userId="S::elhomaab@mail.uc.edu::46c7c60b-afbf-4cb7-81f2-2076d51e9f9c" providerId="AD" clId="Web-{CD583127-A303-25F6-0BFF-1D9571589E10}" dt="2026-03-02T19:17:45.833" v="891" actId="20577"/>
          <ac:spMkLst>
            <pc:docMk/>
            <pc:sldMk cId="3105816496" sldId="273"/>
            <ac:spMk id="3" creationId="{8403CEEA-219A-FDE6-14F9-E31B0E0F74E0}"/>
          </ac:spMkLst>
        </pc:spChg>
        <pc:picChg chg="add mod">
          <ac:chgData name="El Homayssi, Ali (elhomaab)" userId="S::elhomaab@mail.uc.edu::46c7c60b-afbf-4cb7-81f2-2076d51e9f9c" providerId="AD" clId="Web-{CD583127-A303-25F6-0BFF-1D9571589E10}" dt="2026-03-02T19:15:38.218" v="888" actId="1076"/>
          <ac:picMkLst>
            <pc:docMk/>
            <pc:sldMk cId="3105816496" sldId="273"/>
            <ac:picMk id="5" creationId="{F1B2BE95-BF9B-A38D-1357-7FEDB72E5321}"/>
          </ac:picMkLst>
        </pc:picChg>
      </pc:sldChg>
      <pc:sldChg chg="addSp delSp modSp add replId">
        <pc:chgData name="El Homayssi, Ali (elhomaab)" userId="S::elhomaab@mail.uc.edu::46c7c60b-afbf-4cb7-81f2-2076d51e9f9c" providerId="AD" clId="Web-{CD583127-A303-25F6-0BFF-1D9571589E10}" dt="2026-03-02T19:45:28.929" v="1645" actId="20577"/>
        <pc:sldMkLst>
          <pc:docMk/>
          <pc:sldMk cId="2044678048" sldId="274"/>
        </pc:sldMkLst>
        <pc:spChg chg="mod">
          <ac:chgData name="El Homayssi, Ali (elhomaab)" userId="S::elhomaab@mail.uc.edu::46c7c60b-afbf-4cb7-81f2-2076d51e9f9c" providerId="AD" clId="Web-{CD583127-A303-25F6-0BFF-1D9571589E10}" dt="2026-03-02T19:45:28.929" v="1645" actId="20577"/>
          <ac:spMkLst>
            <pc:docMk/>
            <pc:sldMk cId="2044678048" sldId="274"/>
            <ac:spMk id="2" creationId="{04B88FFD-6F1F-5944-4D62-FB191B005180}"/>
          </ac:spMkLst>
        </pc:spChg>
        <pc:spChg chg="mod">
          <ac:chgData name="El Homayssi, Ali (elhomaab)" userId="S::elhomaab@mail.uc.edu::46c7c60b-afbf-4cb7-81f2-2076d51e9f9c" providerId="AD" clId="Web-{CD583127-A303-25F6-0BFF-1D9571589E10}" dt="2026-03-02T19:27:36.138" v="1167" actId="20577"/>
          <ac:spMkLst>
            <pc:docMk/>
            <pc:sldMk cId="2044678048" sldId="274"/>
            <ac:spMk id="3" creationId="{A5396FEA-DB69-3B35-F5EE-C1C8DF87795B}"/>
          </ac:spMkLst>
        </pc:spChg>
        <pc:picChg chg="add mod">
          <ac:chgData name="El Homayssi, Ali (elhomaab)" userId="S::elhomaab@mail.uc.edu::46c7c60b-afbf-4cb7-81f2-2076d51e9f9c" providerId="AD" clId="Web-{CD583127-A303-25F6-0BFF-1D9571589E10}" dt="2026-03-02T19:24:19.693" v="1072" actId="14100"/>
          <ac:picMkLst>
            <pc:docMk/>
            <pc:sldMk cId="2044678048" sldId="274"/>
            <ac:picMk id="4" creationId="{0D9147D9-0AA5-EA19-66A7-F4D087F27659}"/>
          </ac:picMkLst>
        </pc:picChg>
      </pc:sldChg>
      <pc:sldChg chg="addSp delSp modSp add replId">
        <pc:chgData name="El Homayssi, Ali (elhomaab)" userId="S::elhomaab@mail.uc.edu::46c7c60b-afbf-4cb7-81f2-2076d51e9f9c" providerId="AD" clId="Web-{CD583127-A303-25F6-0BFF-1D9571589E10}" dt="2026-03-02T19:45:18.320" v="1643" actId="20577"/>
        <pc:sldMkLst>
          <pc:docMk/>
          <pc:sldMk cId="961948761" sldId="275"/>
        </pc:sldMkLst>
        <pc:spChg chg="mod">
          <ac:chgData name="El Homayssi, Ali (elhomaab)" userId="S::elhomaab@mail.uc.edu::46c7c60b-afbf-4cb7-81f2-2076d51e9f9c" providerId="AD" clId="Web-{CD583127-A303-25F6-0BFF-1D9571589E10}" dt="2026-03-02T19:45:18.320" v="1643" actId="20577"/>
          <ac:spMkLst>
            <pc:docMk/>
            <pc:sldMk cId="961948761" sldId="275"/>
            <ac:spMk id="2" creationId="{C1132972-FE7D-680A-D634-D41E34ECA654}"/>
          </ac:spMkLst>
        </pc:spChg>
        <pc:spChg chg="mod">
          <ac:chgData name="El Homayssi, Ali (elhomaab)" userId="S::elhomaab@mail.uc.edu::46c7c60b-afbf-4cb7-81f2-2076d51e9f9c" providerId="AD" clId="Web-{CD583127-A303-25F6-0BFF-1D9571589E10}" dt="2026-03-02T19:45:06.444" v="1642" actId="1076"/>
          <ac:spMkLst>
            <pc:docMk/>
            <pc:sldMk cId="961948761" sldId="275"/>
            <ac:spMk id="3" creationId="{24C296AD-018D-C004-7F46-B18EDBFAF70A}"/>
          </ac:spMkLst>
        </pc:spChg>
        <pc:picChg chg="add mod">
          <ac:chgData name="El Homayssi, Ali (elhomaab)" userId="S::elhomaab@mail.uc.edu::46c7c60b-afbf-4cb7-81f2-2076d51e9f9c" providerId="AD" clId="Web-{CD583127-A303-25F6-0BFF-1D9571589E10}" dt="2026-03-02T19:44:56.553" v="1641" actId="1076"/>
          <ac:picMkLst>
            <pc:docMk/>
            <pc:sldMk cId="961948761" sldId="275"/>
            <ac:picMk id="6" creationId="{971BB413-ECCA-190B-ED3A-BAA1B085B717}"/>
          </ac:picMkLst>
        </pc:picChg>
      </pc:sldChg>
    </pc:docChg>
  </pc:docChgLst>
  <pc:docChgLst>
    <pc:chgData name="Khairy, Anas (khairyas)" userId="1850a4aa-824e-41bd-895e-13f061b1a290" providerId="ADAL" clId="{70E8EF7A-9B3E-4B7C-83C1-22DE7DD7CA05}"/>
    <pc:docChg chg="undo custSel modSld">
      <pc:chgData name="Khairy, Anas (khairyas)" userId="1850a4aa-824e-41bd-895e-13f061b1a290" providerId="ADAL" clId="{70E8EF7A-9B3E-4B7C-83C1-22DE7DD7CA05}" dt="2026-03-04T20:37:41.196" v="62" actId="20577"/>
      <pc:docMkLst>
        <pc:docMk/>
      </pc:docMkLst>
      <pc:sldChg chg="addSp modSp mod">
        <pc:chgData name="Khairy, Anas (khairyas)" userId="1850a4aa-824e-41bd-895e-13f061b1a290" providerId="ADAL" clId="{70E8EF7A-9B3E-4B7C-83C1-22DE7DD7CA05}" dt="2026-03-04T20:37:41.196" v="62" actId="20577"/>
        <pc:sldMkLst>
          <pc:docMk/>
          <pc:sldMk cId="3944135579" sldId="268"/>
        </pc:sldMkLst>
        <pc:spChg chg="mod">
          <ac:chgData name="Khairy, Anas (khairyas)" userId="1850a4aa-824e-41bd-895e-13f061b1a290" providerId="ADAL" clId="{70E8EF7A-9B3E-4B7C-83C1-22DE7DD7CA05}" dt="2026-03-04T20:36:30.664" v="59" actId="1076"/>
          <ac:spMkLst>
            <pc:docMk/>
            <pc:sldMk cId="3944135579" sldId="268"/>
            <ac:spMk id="2" creationId="{3D5BA892-02D8-864D-D202-65F6026E81B3}"/>
          </ac:spMkLst>
        </pc:spChg>
        <pc:spChg chg="mod">
          <ac:chgData name="Khairy, Anas (khairyas)" userId="1850a4aa-824e-41bd-895e-13f061b1a290" providerId="ADAL" clId="{70E8EF7A-9B3E-4B7C-83C1-22DE7DD7CA05}" dt="2026-03-04T20:37:41.196" v="62" actId="20577"/>
          <ac:spMkLst>
            <pc:docMk/>
            <pc:sldMk cId="3944135579" sldId="268"/>
            <ac:spMk id="3" creationId="{4D9622CD-30FC-5D1F-3F24-C987E4671236}"/>
          </ac:spMkLst>
        </pc:spChg>
        <pc:spChg chg="add">
          <ac:chgData name="Khairy, Anas (khairyas)" userId="1850a4aa-824e-41bd-895e-13f061b1a290" providerId="ADAL" clId="{70E8EF7A-9B3E-4B7C-83C1-22DE7DD7CA05}" dt="2026-03-04T20:34:12.194" v="8"/>
          <ac:spMkLst>
            <pc:docMk/>
            <pc:sldMk cId="3944135579" sldId="268"/>
            <ac:spMk id="4" creationId="{CB054E96-F431-0EC7-8E61-3FDF5012A59A}"/>
          </ac:spMkLst>
        </pc:spChg>
        <pc:spChg chg="add">
          <ac:chgData name="Khairy, Anas (khairyas)" userId="1850a4aa-824e-41bd-895e-13f061b1a290" providerId="ADAL" clId="{70E8EF7A-9B3E-4B7C-83C1-22DE7DD7CA05}" dt="2026-03-04T20:34:51.203" v="15"/>
          <ac:spMkLst>
            <pc:docMk/>
            <pc:sldMk cId="3944135579" sldId="268"/>
            <ac:spMk id="5" creationId="{AE62AA4B-C0A3-9DC7-5692-51F2D0BD2DCD}"/>
          </ac:spMkLst>
        </pc:spChg>
      </pc:sldChg>
    </pc:docChg>
  </pc:docChgLst>
  <pc:docChgLst>
    <pc:chgData name="El Homayssi, Ali (elhomaab)" userId="S::elhomaab@mail.uc.edu::46c7c60b-afbf-4cb7-81f2-2076d51e9f9c" providerId="AD" clId="Web-{9AAC3ABC-7416-CEBD-5F47-364715DC3E7D}"/>
    <pc:docChg chg="modSld">
      <pc:chgData name="El Homayssi, Ali (elhomaab)" userId="S::elhomaab@mail.uc.edu::46c7c60b-afbf-4cb7-81f2-2076d51e9f9c" providerId="AD" clId="Web-{9AAC3ABC-7416-CEBD-5F47-364715DC3E7D}" dt="2026-03-02T22:06:54.797" v="2" actId="20577"/>
      <pc:docMkLst>
        <pc:docMk/>
      </pc:docMkLst>
      <pc:sldChg chg="modSp">
        <pc:chgData name="El Homayssi, Ali (elhomaab)" userId="S::elhomaab@mail.uc.edu::46c7c60b-afbf-4cb7-81f2-2076d51e9f9c" providerId="AD" clId="Web-{9AAC3ABC-7416-CEBD-5F47-364715DC3E7D}" dt="2026-03-02T22:06:34.437" v="0" actId="1076"/>
        <pc:sldMkLst>
          <pc:docMk/>
          <pc:sldMk cId="3105816496" sldId="273"/>
        </pc:sldMkLst>
        <pc:spChg chg="mod">
          <ac:chgData name="El Homayssi, Ali (elhomaab)" userId="S::elhomaab@mail.uc.edu::46c7c60b-afbf-4cb7-81f2-2076d51e9f9c" providerId="AD" clId="Web-{9AAC3ABC-7416-CEBD-5F47-364715DC3E7D}" dt="2026-03-02T22:06:34.437" v="0" actId="1076"/>
          <ac:spMkLst>
            <pc:docMk/>
            <pc:sldMk cId="3105816496" sldId="273"/>
            <ac:spMk id="3" creationId="{8403CEEA-219A-FDE6-14F9-E31B0E0F74E0}"/>
          </ac:spMkLst>
        </pc:spChg>
      </pc:sldChg>
      <pc:sldChg chg="modSp">
        <pc:chgData name="El Homayssi, Ali (elhomaab)" userId="S::elhomaab@mail.uc.edu::46c7c60b-afbf-4cb7-81f2-2076d51e9f9c" providerId="AD" clId="Web-{9AAC3ABC-7416-CEBD-5F47-364715DC3E7D}" dt="2026-03-02T22:06:54.797" v="2" actId="20577"/>
        <pc:sldMkLst>
          <pc:docMk/>
          <pc:sldMk cId="2044678048" sldId="274"/>
        </pc:sldMkLst>
        <pc:spChg chg="mod">
          <ac:chgData name="El Homayssi, Ali (elhomaab)" userId="S::elhomaab@mail.uc.edu::46c7c60b-afbf-4cb7-81f2-2076d51e9f9c" providerId="AD" clId="Web-{9AAC3ABC-7416-CEBD-5F47-364715DC3E7D}" dt="2026-03-02T22:06:54.797" v="2" actId="20577"/>
          <ac:spMkLst>
            <pc:docMk/>
            <pc:sldMk cId="2044678048" sldId="274"/>
            <ac:spMk id="3" creationId="{A5396FEA-DB69-3B35-F5EE-C1C8DF87795B}"/>
          </ac:spMkLst>
        </pc:spChg>
      </pc:sldChg>
    </pc:docChg>
  </pc:docChgLst>
  <pc:docChgLst>
    <pc:chgData name="Ferguson, Joe (fergujp)" userId="4f65ad1c-5ee5-40cd-aa65-b2e007bab6e6" providerId="ADAL" clId="{41F57C3A-DD7E-4E1F-9779-C8B80D0CBC44}"/>
    <pc:docChg chg="custSel addSld delSld modSld">
      <pc:chgData name="Ferguson, Joe (fergujp)" userId="4f65ad1c-5ee5-40cd-aa65-b2e007bab6e6" providerId="ADAL" clId="{41F57C3A-DD7E-4E1F-9779-C8B80D0CBC44}" dt="2026-02-12T18:59:03.082" v="574" actId="20577"/>
      <pc:docMkLst>
        <pc:docMk/>
      </pc:docMkLst>
      <pc:sldChg chg="modSp new mod">
        <pc:chgData name="Ferguson, Joe (fergujp)" userId="4f65ad1c-5ee5-40cd-aa65-b2e007bab6e6" providerId="ADAL" clId="{41F57C3A-DD7E-4E1F-9779-C8B80D0CBC44}" dt="2026-02-12T18:53:34.798" v="159" actId="20577"/>
        <pc:sldMkLst>
          <pc:docMk/>
          <pc:sldMk cId="1741922381" sldId="256"/>
        </pc:sldMkLst>
        <pc:spChg chg="mod">
          <ac:chgData name="Ferguson, Joe (fergujp)" userId="4f65ad1c-5ee5-40cd-aa65-b2e007bab6e6" providerId="ADAL" clId="{41F57C3A-DD7E-4E1F-9779-C8B80D0CBC44}" dt="2026-02-12T18:53:02.787" v="60" actId="20577"/>
          <ac:spMkLst>
            <pc:docMk/>
            <pc:sldMk cId="1741922381" sldId="256"/>
            <ac:spMk id="2" creationId="{F5B0FF09-4EF5-701A-BA09-23BA2646A235}"/>
          </ac:spMkLst>
        </pc:spChg>
        <pc:spChg chg="mod">
          <ac:chgData name="Ferguson, Joe (fergujp)" userId="4f65ad1c-5ee5-40cd-aa65-b2e007bab6e6" providerId="ADAL" clId="{41F57C3A-DD7E-4E1F-9779-C8B80D0CBC44}" dt="2026-02-12T18:53:34.798" v="159" actId="20577"/>
          <ac:spMkLst>
            <pc:docMk/>
            <pc:sldMk cId="1741922381" sldId="256"/>
            <ac:spMk id="3" creationId="{5AAF06A1-CB80-3497-9FC0-035DAAD474E8}"/>
          </ac:spMkLst>
        </pc:spChg>
      </pc:sldChg>
      <pc:sldChg chg="modSp new mod">
        <pc:chgData name="Ferguson, Joe (fergujp)" userId="4f65ad1c-5ee5-40cd-aa65-b2e007bab6e6" providerId="ADAL" clId="{41F57C3A-DD7E-4E1F-9779-C8B80D0CBC44}" dt="2026-02-12T18:57:37.198" v="473" actId="113"/>
        <pc:sldMkLst>
          <pc:docMk/>
          <pc:sldMk cId="1561429950" sldId="257"/>
        </pc:sldMkLst>
        <pc:spChg chg="mod">
          <ac:chgData name="Ferguson, Joe (fergujp)" userId="4f65ad1c-5ee5-40cd-aa65-b2e007bab6e6" providerId="ADAL" clId="{41F57C3A-DD7E-4E1F-9779-C8B80D0CBC44}" dt="2026-02-12T18:54:40.564" v="174" actId="20577"/>
          <ac:spMkLst>
            <pc:docMk/>
            <pc:sldMk cId="1561429950" sldId="257"/>
            <ac:spMk id="2" creationId="{6F9A0FD2-7809-9A4A-2653-BEFFCC836E6E}"/>
          </ac:spMkLst>
        </pc:spChg>
        <pc:spChg chg="mod">
          <ac:chgData name="Ferguson, Joe (fergujp)" userId="4f65ad1c-5ee5-40cd-aa65-b2e007bab6e6" providerId="ADAL" clId="{41F57C3A-DD7E-4E1F-9779-C8B80D0CBC44}" dt="2026-02-12T18:57:37.198" v="473" actId="113"/>
          <ac:spMkLst>
            <pc:docMk/>
            <pc:sldMk cId="1561429950" sldId="257"/>
            <ac:spMk id="3" creationId="{70B0DFF6-98DA-C9CF-7FDD-36C70E4F6169}"/>
          </ac:spMkLst>
        </pc:spChg>
      </pc:sldChg>
      <pc:sldChg chg="modSp new mod">
        <pc:chgData name="Ferguson, Joe (fergujp)" userId="4f65ad1c-5ee5-40cd-aa65-b2e007bab6e6" providerId="ADAL" clId="{41F57C3A-DD7E-4E1F-9779-C8B80D0CBC44}" dt="2026-02-12T18:58:29.527" v="519" actId="20577"/>
        <pc:sldMkLst>
          <pc:docMk/>
          <pc:sldMk cId="627422543" sldId="258"/>
        </pc:sldMkLst>
        <pc:spChg chg="mod">
          <ac:chgData name="Ferguson, Joe (fergujp)" userId="4f65ad1c-5ee5-40cd-aa65-b2e007bab6e6" providerId="ADAL" clId="{41F57C3A-DD7E-4E1F-9779-C8B80D0CBC44}" dt="2026-02-12T18:58:29.527" v="519" actId="20577"/>
          <ac:spMkLst>
            <pc:docMk/>
            <pc:sldMk cId="627422543" sldId="258"/>
            <ac:spMk id="2" creationId="{A2A4F66F-11D0-537A-668B-8FA3CBA401E3}"/>
          </ac:spMkLst>
        </pc:spChg>
      </pc:sldChg>
      <pc:sldChg chg="modSp new mod">
        <pc:chgData name="Ferguson, Joe (fergujp)" userId="4f65ad1c-5ee5-40cd-aa65-b2e007bab6e6" providerId="ADAL" clId="{41F57C3A-DD7E-4E1F-9779-C8B80D0CBC44}" dt="2026-02-12T18:59:03.082" v="574" actId="20577"/>
        <pc:sldMkLst>
          <pc:docMk/>
          <pc:sldMk cId="3737386758" sldId="259"/>
        </pc:sldMkLst>
        <pc:spChg chg="mod">
          <ac:chgData name="Ferguson, Joe (fergujp)" userId="4f65ad1c-5ee5-40cd-aa65-b2e007bab6e6" providerId="ADAL" clId="{41F57C3A-DD7E-4E1F-9779-C8B80D0CBC44}" dt="2026-02-12T18:59:03.082" v="574" actId="20577"/>
          <ac:spMkLst>
            <pc:docMk/>
            <pc:sldMk cId="3737386758" sldId="259"/>
            <ac:spMk id="2" creationId="{5C013C26-D768-29D7-C17B-1DF1F00327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46176-DEFC-4F1B-AA65-6BBF7AF325E2}" type="datetimeFigureOut"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6177E-6295-4FAC-977C-D57403D1B8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04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BA27-11D0-AC62-587B-09718B380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50142-88C9-4039-1081-88AE8550B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A8659-F3ED-A75B-EFF8-FE5B47A98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AR-MINER Circa 2014, our paper came out in 2016.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206D1-2F3D-3820-B703-DC0C61438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6177E-6295-4FAC-977C-D57403D1B8BD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06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78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83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704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260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49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09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66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559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6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5D040-31F8-4918-8619-B8E0C517AD2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E46A28-FFD9-450E-90E9-3597B67A190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09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FF09-4EF5-701A-BA09-23BA2646A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Research Paper Presentation – Group 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F06A1-CB80-3497-9FC0-035DAAD474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Joe Ferguson, Ali El </a:t>
            </a:r>
            <a:r>
              <a:rPr lang="en-US" err="1"/>
              <a:t>Homayssi</a:t>
            </a:r>
            <a:r>
              <a:rPr lang="en-US"/>
              <a:t>, Garrett Gerver,  Anas Khairy, Ameya Saraf, Jason </a:t>
            </a:r>
            <a:r>
              <a:rPr lang="en-US" err="1"/>
              <a:t>Bellerjeau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22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0FD2-7809-9A4A-2653-BEFFCC836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0DFF6-98DA-C9CF-7FDD-36C70E4F6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/>
              <a:t>Release Planning Of Mobile Apps Based on User Reviews by Lorenzo Villarroel, Gabriele </a:t>
            </a:r>
            <a:r>
              <a:rPr lang="en-US" err="1"/>
              <a:t>Bavota</a:t>
            </a:r>
            <a:r>
              <a:rPr lang="en-US"/>
              <a:t>, Barbara Russo, Rocoo Oliveto, Massimiliano Di Penta</a:t>
            </a:r>
          </a:p>
          <a:p>
            <a:r>
              <a:rPr lang="en-US">
                <a:ea typeface="+mn-lt"/>
                <a:cs typeface="+mn-lt"/>
              </a:rPr>
              <a:t>This paper introduces CLAP (</a:t>
            </a:r>
            <a:r>
              <a:rPr lang="en-US" b="1">
                <a:ea typeface="+mn-lt"/>
                <a:cs typeface="+mn-lt"/>
              </a:rPr>
              <a:t>C</a:t>
            </a:r>
            <a:r>
              <a:rPr lang="en-US">
                <a:ea typeface="+mn-lt"/>
                <a:cs typeface="+mn-lt"/>
              </a:rPr>
              <a:t>rowd </a:t>
            </a:r>
            <a:r>
              <a:rPr lang="en-US" b="1">
                <a:ea typeface="+mn-lt"/>
                <a:cs typeface="+mn-lt"/>
              </a:rPr>
              <a:t>L</a:t>
            </a:r>
            <a:r>
              <a:rPr lang="en-US">
                <a:ea typeface="+mn-lt"/>
                <a:cs typeface="+mn-lt"/>
              </a:rPr>
              <a:t>istener for </a:t>
            </a:r>
            <a:r>
              <a:rPr lang="en-US" err="1">
                <a:ea typeface="+mn-lt"/>
                <a:cs typeface="+mn-lt"/>
              </a:rPr>
              <a:t>rele</a:t>
            </a:r>
            <a:r>
              <a:rPr lang="en-US" b="1" err="1">
                <a:ea typeface="+mn-lt"/>
                <a:cs typeface="+mn-lt"/>
              </a:rPr>
              <a:t>A</a:t>
            </a:r>
            <a:r>
              <a:rPr lang="en-US" err="1">
                <a:ea typeface="+mn-lt"/>
                <a:cs typeface="+mn-lt"/>
              </a:rPr>
              <a:t>se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P</a:t>
            </a:r>
            <a:r>
              <a:rPr lang="en-US">
                <a:ea typeface="+mn-lt"/>
                <a:cs typeface="+mn-lt"/>
              </a:rPr>
              <a:t>lanning)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An automated tool designed to help developers plan their next mobile app release by importing and mining user reviews.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approach categorizes user reviews into three specific buckets: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Bug reports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Suggestions for new features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Other.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Clusters related reviews together, such as grouping all reviews that report the exact same bug.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Automatically prioritizes these clusters, recommending to developers which bugs or features should be addressed in the subsequent app release.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29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4F66F-11D0-537A-668B-8FA3CBA40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Software Engineering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24C6C-7716-F69E-96B5-73A2F9A3F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To stay competitive, developers must constantly improve their apps by fixing critical bugs and implementing desired features.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App store user reviews are a precious source of information for this, as they explain what users like, dislike, and want.</a:t>
            </a:r>
          </a:p>
          <a:p>
            <a:r>
              <a:rPr lang="en-US">
                <a:ea typeface="+mn-lt"/>
                <a:cs typeface="+mn-lt"/>
              </a:rPr>
              <a:t>Manually analyzing these reviews is not doable because popular apps often receive hundreds of reviews per day.</a:t>
            </a:r>
          </a:p>
          <a:p>
            <a:r>
              <a:rPr lang="en-US">
                <a:ea typeface="+mn-lt"/>
                <a:cs typeface="+mn-lt"/>
              </a:rPr>
              <a:t>Developers experience information overload and struggle to manually extract actionable requirements from this massive volume of unstructured text.</a:t>
            </a:r>
          </a:p>
          <a:p>
            <a:r>
              <a:rPr lang="en-US">
                <a:ea typeface="+mn-lt"/>
                <a:cs typeface="+mn-lt"/>
              </a:rPr>
              <a:t>While previous tools could sort "informative" from "non-informative" reviews, they lacked the ability to specifically separate bug reports from feature requests or learn from past release history to prioritize them.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2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3C26-D768-29D7-C17B-1DF1F0032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– Why is it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4BD8-6AAE-BF71-A752-AE1D9C440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The mobile app market is experiencing tangible growth and enormous competition.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User reviews and ratings are highly important assets for the evolution of an app.</a:t>
            </a:r>
          </a:p>
          <a:p>
            <a:r>
              <a:rPr lang="en-US">
                <a:ea typeface="+mn-lt"/>
                <a:cs typeface="+mn-lt"/>
              </a:rPr>
              <a:t>If developers ignore relevant user suggestions, it is very likely that their app will lose its market share.</a:t>
            </a:r>
          </a:p>
          <a:p>
            <a:r>
              <a:rPr lang="en-US">
                <a:ea typeface="+mn-lt"/>
                <a:cs typeface="+mn-lt"/>
              </a:rPr>
              <a:t>Conversely, satisfactorily addressing the requests users make in their reviews is likely to increase the app's overall rating.</a:t>
            </a:r>
          </a:p>
          <a:p>
            <a:r>
              <a:rPr lang="en-US">
                <a:ea typeface="+mn-lt"/>
                <a:cs typeface="+mn-lt"/>
              </a:rPr>
              <a:t>Providing an automated solution saves hundreds of hours of manual labor, translating user feedback directly into a prioritized roadmap for the next release.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8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344F-84DF-7781-AB45-F01AD610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8BBD-CC6E-932C-6F22-BFA50B69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A46BB-CE40-2943-461C-7720446FE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[ AR-MINER ] App-Review Mining</a:t>
            </a:r>
            <a:endParaRPr lang="en-US">
              <a:ea typeface="+mn-lt"/>
              <a:cs typeface="+mn-lt"/>
            </a:endParaRPr>
          </a:p>
          <a:p>
            <a:pPr marL="285750" indent="-285750"/>
            <a:r>
              <a:rPr lang="en-US">
                <a:ea typeface="+mn-lt"/>
                <a:cs typeface="+mn-lt"/>
              </a:rPr>
              <a:t>(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) extracting informative user reviews by filtering noisy and irrelevant ones</a:t>
            </a:r>
          </a:p>
          <a:p>
            <a:pPr marL="285750" indent="-285750"/>
            <a:r>
              <a:rPr lang="en-US">
                <a:ea typeface="+mn-lt"/>
                <a:cs typeface="+mn-lt"/>
              </a:rPr>
              <a:t>(ii) grouping the informative reviews automatically using topic modeling</a:t>
            </a:r>
          </a:p>
          <a:p>
            <a:pPr marL="285750" indent="-285750"/>
            <a:r>
              <a:rPr lang="en-US">
                <a:ea typeface="+mn-lt"/>
                <a:cs typeface="+mn-lt"/>
              </a:rPr>
              <a:t>(iii) further prioritizing the informative reviews by an effective review ranking scheme</a:t>
            </a:r>
          </a:p>
          <a:p>
            <a:pPr marL="285750" indent="-285750"/>
            <a:r>
              <a:rPr lang="en-US">
                <a:ea typeface="+mn-lt"/>
                <a:cs typeface="+mn-lt"/>
              </a:rPr>
              <a:t>(iv) presenting the groups of most “informative” reviews via an intuitive visualization approach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&gt; But what's next? Why not automate the whole process?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  (e.g. categorization, self-learning)</a:t>
            </a:r>
          </a:p>
        </p:txBody>
      </p:sp>
    </p:spTree>
    <p:extLst>
      <p:ext uri="{BB962C8B-B14F-4D97-AF65-F5344CB8AC3E}">
        <p14:creationId xmlns:p14="http://schemas.microsoft.com/office/powerpoint/2010/main" val="15251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469BB-B00A-90B5-248E-5D65A93B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81761-35DA-467C-5E6B-31CD2B328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"Unlike AR-Miner, </a:t>
            </a: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CLAP classifies reviews into bug report and feature suggestion</a:t>
            </a:r>
            <a:r>
              <a:rPr lang="en-US">
                <a:ea typeface="+mn-lt"/>
                <a:cs typeface="+mn-lt"/>
              </a:rPr>
              <a:t>, providing additional insights to the developer about the nature of the review. Also, while AR-Miner simply provides a ranking of the user reviews based on their importance as assessed by a pre-defined formula, </a:t>
            </a: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CLAP learns from past history</a:t>
            </a:r>
            <a:r>
              <a:rPr lang="en-US">
                <a:ea typeface="+mn-lt"/>
                <a:cs typeface="+mn-lt"/>
              </a:rPr>
              <a:t> of the same app or of other apps to </a:t>
            </a: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determine the factors that contribute to determining whether a review should be addressed or not.</a:t>
            </a:r>
            <a:r>
              <a:rPr lang="en-US">
                <a:ea typeface="+mn-lt"/>
                <a:cs typeface="+mn-lt"/>
              </a:rPr>
              <a:t>"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51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A7BB-43BB-550B-8505-D9FDFFF0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D408-B048-CAC7-BA8F-8CEBD0F6E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CLAP works in a 3-step process</a:t>
            </a:r>
          </a:p>
          <a:p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Categorizing User Reviews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Clustering Related Reviews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Prioritizing Review Clusters</a:t>
            </a:r>
          </a:p>
        </p:txBody>
      </p:sp>
    </p:spTree>
    <p:extLst>
      <p:ext uri="{BB962C8B-B14F-4D97-AF65-F5344CB8AC3E}">
        <p14:creationId xmlns:p14="http://schemas.microsoft.com/office/powerpoint/2010/main" val="2197768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FC12-1542-995C-B7D9-B437EE2B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Method – Step 1 – Categorizing User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09B06-A39E-AEDD-5B3F-59378B82D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Multi-Class classification – Bug Report, New Feature Suggestion, Other (non-informative)</a:t>
            </a:r>
          </a:p>
          <a:p>
            <a:endParaRPr lang="en-US"/>
          </a:p>
          <a:p>
            <a:r>
              <a:rPr lang="en-US"/>
              <a:t>Preprocessing: Stanford Parser, Stop Word Removal, Stemming, Unifying Synonyms, N-grams Extraction</a:t>
            </a:r>
          </a:p>
          <a:p>
            <a:endParaRPr lang="en-US"/>
          </a:p>
          <a:p>
            <a:r>
              <a:rPr lang="en-US"/>
              <a:t>After preprocessing they are left with 3 </a:t>
            </a:r>
            <a:r>
              <a:rPr lang="en-US" i="1"/>
              <a:t>features</a:t>
            </a:r>
            <a:r>
              <a:rPr lang="en-US"/>
              <a:t>: Rating, N-Grams, Bag-Of-Words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Uses Random Forest ML algorithm</a:t>
            </a:r>
          </a:p>
          <a:p>
            <a:pPr marL="0" indent="0">
              <a:buNone/>
            </a:pPr>
            <a:endParaRPr lang="en-US"/>
          </a:p>
          <a:p>
            <a:r>
              <a:rPr lang="en-US">
                <a:solidFill>
                  <a:srgbClr val="FF0000"/>
                </a:solidFill>
              </a:rPr>
              <a:t>Classification also uses some pre-assigned values for dependent variable (not explicitly shown)</a:t>
            </a:r>
          </a:p>
        </p:txBody>
      </p:sp>
    </p:spTree>
    <p:extLst>
      <p:ext uri="{BB962C8B-B14F-4D97-AF65-F5344CB8AC3E}">
        <p14:creationId xmlns:p14="http://schemas.microsoft.com/office/powerpoint/2010/main" val="265325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C0A8-55AD-26CD-4C22-CA6B246F5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– Step 1 – Categorizing User reviews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192C79-5921-4105-741D-BB258453E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3869" y="2721626"/>
            <a:ext cx="5458587" cy="20386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EB9F45-687D-2862-1859-89A727482791}"/>
              </a:ext>
            </a:extLst>
          </p:cNvPr>
          <p:cNvSpPr txBox="1"/>
          <p:nvPr/>
        </p:nvSpPr>
        <p:spPr>
          <a:xfrm>
            <a:off x="4714712" y="6016316"/>
            <a:ext cx="2762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50000"/>
                  </a:schemeClr>
                </a:solidFill>
              </a:rPr>
              <a:t>Example Regression Tree when categorizing</a:t>
            </a:r>
          </a:p>
        </p:txBody>
      </p:sp>
    </p:spTree>
    <p:extLst>
      <p:ext uri="{BB962C8B-B14F-4D97-AF65-F5344CB8AC3E}">
        <p14:creationId xmlns:p14="http://schemas.microsoft.com/office/powerpoint/2010/main" val="341965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DDB8-2F62-EED1-2222-D52F987B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– Step 2 – Clustering Related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C4F5C-9279-1AF2-DBD1-12CA51334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Only use the informative classifications from previous step (no “others”)</a:t>
            </a:r>
          </a:p>
          <a:p>
            <a:endParaRPr lang="en-US"/>
          </a:p>
          <a:p>
            <a:r>
              <a:rPr lang="en-US"/>
              <a:t>Clustering done by applying DBSCAN, which utilizes the distance between reviews computed using Vector Space Model</a:t>
            </a:r>
          </a:p>
          <a:p>
            <a:pPr lvl="1"/>
            <a:r>
              <a:rPr lang="en-US"/>
              <a:t>Two-parameters here: Minimum Number of Points for a cluster to form, Maximum Distance between points to consider them part of the same cluster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66F6E6-D8F9-D485-EEB9-88FA1E2DE7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82"/>
          <a:stretch>
            <a:fillRect/>
          </a:stretch>
        </p:blipFill>
        <p:spPr>
          <a:xfrm>
            <a:off x="4147061" y="4713599"/>
            <a:ext cx="3897877" cy="2052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192FC7-6511-B90F-412D-17C8729608A9}"/>
              </a:ext>
            </a:extLst>
          </p:cNvPr>
          <p:cNvSpPr txBox="1"/>
          <p:nvPr/>
        </p:nvSpPr>
        <p:spPr>
          <a:xfrm>
            <a:off x="8044938" y="5839400"/>
            <a:ext cx="2652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50000"/>
                  </a:schemeClr>
                </a:solidFill>
              </a:rPr>
              <a:t>Example DBSCAN</a:t>
            </a:r>
          </a:p>
        </p:txBody>
      </p:sp>
    </p:spTree>
    <p:extLst>
      <p:ext uri="{BB962C8B-B14F-4D97-AF65-F5344CB8AC3E}">
        <p14:creationId xmlns:p14="http://schemas.microsoft.com/office/powerpoint/2010/main" val="374132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709A-2BAC-9481-B9CB-EED734C5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– Step 3 – Prioritizing Review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85CD1-4C07-4C26-BAD2-02F849447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Binary Classification – Is review high or low priority?</a:t>
            </a:r>
          </a:p>
          <a:p>
            <a:pPr lvl="1"/>
            <a:r>
              <a:rPr lang="en-US"/>
              <a:t>Uses Random Forest Again</a:t>
            </a:r>
          </a:p>
          <a:p>
            <a:pPr lvl="1"/>
            <a:endParaRPr lang="en-US"/>
          </a:p>
          <a:p>
            <a:r>
              <a:rPr lang="en-US"/>
              <a:t>Features: 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/>
              <a:t>Number of Reviews (# in cluster)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/>
              <a:t>Average Rating of Cluster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/>
              <a:t>Difference between Average rating of Cluster and average rating of the app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/>
              <a:t>Average Difference of the ratings assigned by users in the Cluster who reviewed older versions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/>
              <a:t>Number of hardware devices in Cluster</a:t>
            </a:r>
          </a:p>
        </p:txBody>
      </p:sp>
    </p:spTree>
    <p:extLst>
      <p:ext uri="{BB962C8B-B14F-4D97-AF65-F5344CB8AC3E}">
        <p14:creationId xmlns:p14="http://schemas.microsoft.com/office/powerpoint/2010/main" val="2539389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12B7-7B55-7B43-C005-6987AC29E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– Step 3 – Prioritizing Review clusters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7CC620-40AD-FDD5-5B8D-A2F0E0AC6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385" y="2657475"/>
            <a:ext cx="9979230" cy="28989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87ED87-F6A7-6B77-1C3A-E00A97080A9F}"/>
              </a:ext>
            </a:extLst>
          </p:cNvPr>
          <p:cNvSpPr txBox="1"/>
          <p:nvPr/>
        </p:nvSpPr>
        <p:spPr>
          <a:xfrm>
            <a:off x="4769603" y="5754808"/>
            <a:ext cx="2652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50000"/>
                  </a:schemeClr>
                </a:solidFill>
              </a:rPr>
              <a:t>Example Regression Tree when prioritizing</a:t>
            </a:r>
          </a:p>
        </p:txBody>
      </p:sp>
    </p:spTree>
    <p:extLst>
      <p:ext uri="{BB962C8B-B14F-4D97-AF65-F5344CB8AC3E}">
        <p14:creationId xmlns:p14="http://schemas.microsoft.com/office/powerpoint/2010/main" val="596634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C650-1EA4-81D8-ED1B-455385CFC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CLAP - UI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BB1C0B-2576-58A7-01A2-A36B96300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8174" y="2016125"/>
            <a:ext cx="450997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94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2A56E-D3B1-FE6E-8C77-F103FB59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D1834-4204-F95E-5530-1A36CD25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3CEEA-219A-FDE6-14F9-E31B0E0F7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1225" y="2257044"/>
            <a:ext cx="5858344" cy="40208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/>
              <a:t>To</a:t>
            </a:r>
            <a:r>
              <a:rPr lang="en-US" sz="2000">
                <a:ea typeface="+mn-lt"/>
                <a:cs typeface="+mn-lt"/>
              </a:rPr>
              <a:t> answer research questions, the author listed the objects used to further conduct their research.</a:t>
            </a:r>
          </a:p>
          <a:p>
            <a:pPr marL="0" indent="0">
              <a:buNone/>
            </a:pP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endParaRPr lang="en-US"/>
          </a:p>
        </p:txBody>
      </p:sp>
      <p:pic>
        <p:nvPicPr>
          <p:cNvPr id="5" name="Picture 4" descr="A close-up of a paper&#10;&#10;AI-generated content may be incorrect.">
            <a:extLst>
              <a:ext uri="{FF2B5EF4-FFF2-40B4-BE49-F238E27FC236}">
                <a16:creationId xmlns:a16="http://schemas.microsoft.com/office/drawing/2014/main" id="{F1B2BE95-BF9B-A38D-1357-7FEDB72E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994" y="3423397"/>
            <a:ext cx="9776009" cy="224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16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A80C-97C8-FD4E-768B-3D29D4BE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Rq 1 – Classification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521FA-7F31-C3DF-A99D-FA9150876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48" y="2559603"/>
            <a:ext cx="5264433" cy="414412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/>
              <a:t>Research Question: </a:t>
            </a:r>
            <a:r>
              <a:rPr lang="en-US">
                <a:ea typeface="+mn-lt"/>
                <a:cs typeface="+mn-lt"/>
              </a:rPr>
              <a:t>How accurate is CLAP in classifying user reviews in the considered categories?</a:t>
            </a:r>
          </a:p>
          <a:p>
            <a:r>
              <a:rPr lang="en-US">
                <a:ea typeface="+mn-lt"/>
                <a:cs typeface="+mn-lt"/>
              </a:rPr>
              <a:t>Using 1000 manually labeled reviews and applying text preprocessing techniques, performance improved from 70% to an overall accuracy of 86%.</a:t>
            </a:r>
          </a:p>
          <a:p>
            <a:r>
              <a:rPr lang="en-US">
                <a:ea typeface="+mn-lt"/>
                <a:cs typeface="+mn-lt"/>
              </a:rPr>
              <a:t>CLAP is reliable in terms of distinguishing between bug reports, feature requests, and other reviews</a:t>
            </a:r>
          </a:p>
          <a:p>
            <a:pPr marL="0" indent="0">
              <a:buNone/>
            </a:pP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A1117C-AD45-B857-C25B-33FB381FB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907" y="2391337"/>
            <a:ext cx="6246159" cy="368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39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74C8-DB18-B810-734F-E74A98D9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BB49-A389-DED3-062A-4BD369B5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Rq 2 – clustering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9D8CB-1B32-ADF8-8C77-67C096800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48" y="2559603"/>
            <a:ext cx="5264433" cy="414412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Research Question:</a:t>
            </a:r>
            <a:r>
              <a:rPr lang="en-US">
                <a:ea typeface="+mn-lt"/>
                <a:cs typeface="+mn-lt"/>
              </a:rPr>
              <a:t> How meaningful are the clusters of reviews generated by CLAP? </a:t>
            </a:r>
          </a:p>
          <a:p>
            <a:r>
              <a:rPr lang="en-US">
                <a:ea typeface="+mn-lt"/>
                <a:cs typeface="+mn-lt"/>
              </a:rPr>
              <a:t>Experienced developers manually clustered a set of bug reports/features (called an Oracle).</a:t>
            </a:r>
          </a:p>
          <a:p>
            <a:r>
              <a:rPr lang="en-US">
                <a:ea typeface="+mn-lt"/>
                <a:cs typeface="+mn-lt"/>
              </a:rPr>
              <a:t>Those clusters were used alongside clusters produced by CLAP to tune the epsilon parameter for step 2, and achieved an 87% similarity for feature requests and an overall similarity of 77%.</a:t>
            </a:r>
          </a:p>
          <a:p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endParaRPr lang="en-US"/>
          </a:p>
        </p:txBody>
      </p:sp>
      <p:pic>
        <p:nvPicPr>
          <p:cNvPr id="5" name="Picture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325E7108-81FD-1F8F-A4E5-084266844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641" y="4737287"/>
            <a:ext cx="6145305" cy="1798544"/>
          </a:xfrm>
          <a:prstGeom prst="rect">
            <a:avLst/>
          </a:prstGeom>
        </p:spPr>
      </p:pic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2ADCD0B9-FF07-FFBB-6F81-E98562E2E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903" y="2387974"/>
            <a:ext cx="2415989" cy="207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727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1F3FA-9A8D-BEEF-2EAF-19B5046B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8FFD-6F1F-5944-4D62-FB191B00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Rq 3 – prioritization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6FEA-DB69-3B35-F5EE-C1C8DF877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48" y="2559603"/>
            <a:ext cx="5264433" cy="472683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Research Question:</a:t>
            </a:r>
            <a:r>
              <a:rPr lang="en-US">
                <a:ea typeface="+mn-lt"/>
                <a:cs typeface="+mn-lt"/>
              </a:rPr>
              <a:t> How accurate is the new features / bug fixing prioritization recommended by CLAP?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They used an Android user reviews dataset to make another Oracle of varying levels of priority</a:t>
            </a:r>
          </a:p>
          <a:p>
            <a:r>
              <a:rPr lang="en-US">
                <a:ea typeface="+mn-lt"/>
                <a:cs typeface="+mn-lt"/>
              </a:rPr>
              <a:t>For manually corrected categorization and clustering, CLAP achieved an accuracy of 87% and 80% for bugs and features respectively.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 a fully automated setting, the accuracy stuck around the 70% mark.</a:t>
            </a:r>
          </a:p>
          <a:p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endParaRPr lang="en-US">
              <a:ea typeface="+mn-lt"/>
              <a:cs typeface="+mn-lt"/>
            </a:endParaRPr>
          </a:p>
        </p:txBody>
      </p:sp>
      <p:pic>
        <p:nvPicPr>
          <p:cNvPr id="4" name="Picture 3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0D9147D9-0AA5-EA19-66A7-F4D087F27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058646"/>
            <a:ext cx="5943600" cy="22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78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65B0-048E-1B66-E9CD-307A1CB9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32972-FE7D-680A-D634-D41E34ECA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Rq 4 - applicability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6AD-018D-C004-7F46-B18EDBFAF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72" y="2559603"/>
            <a:ext cx="6004021" cy="5175069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sz="2900"/>
              <a:t>Research Question:</a:t>
            </a:r>
            <a:r>
              <a:rPr lang="en-US" sz="2900">
                <a:ea typeface="+mn-lt"/>
                <a:cs typeface="+mn-lt"/>
              </a:rPr>
              <a:t> Would actual developers use CLAP for release planning?</a:t>
            </a:r>
          </a:p>
          <a:p>
            <a:r>
              <a:rPr lang="en-US" sz="2900">
                <a:ea typeface="+mn-lt"/>
                <a:cs typeface="+mn-lt"/>
              </a:rPr>
              <a:t>The authors interviewed project managers from 3 different software companies that develop Android apps. They all worked with a demo of CLAP using Twitter and Facebook reviews to avoid bias.</a:t>
            </a:r>
          </a:p>
          <a:p>
            <a:r>
              <a:rPr lang="en-US" sz="2900"/>
              <a:t>4 </a:t>
            </a:r>
            <a:r>
              <a:rPr lang="en-US" sz="2900" err="1"/>
              <a:t>ke</a:t>
            </a:r>
            <a:r>
              <a:rPr lang="en-US" sz="2900"/>
              <a:t>y questions were asked</a:t>
            </a:r>
          </a:p>
          <a:p>
            <a:r>
              <a:rPr lang="en-US" sz="2900"/>
              <a:t>As a result, all project managers concluded the questions with "yes" or "absolutely yes". One of them stated that their company doesn't use user reviews.</a:t>
            </a:r>
          </a:p>
          <a:p>
            <a:endParaRPr lang="en-US" sz="2900">
              <a:ea typeface="+mn-lt"/>
              <a:cs typeface="+mn-lt"/>
            </a:endParaRPr>
          </a:p>
          <a:p>
            <a:endParaRPr lang="en-US" sz="2900">
              <a:ea typeface="+mn-lt"/>
              <a:cs typeface="+mn-lt"/>
            </a:endParaRPr>
          </a:p>
          <a:p>
            <a:endParaRPr lang="en-US" sz="2900">
              <a:ea typeface="+mn-lt"/>
              <a:cs typeface="+mn-lt"/>
            </a:endParaRPr>
          </a:p>
          <a:p>
            <a:pPr marL="0" indent="0">
              <a:buNone/>
            </a:pPr>
            <a:endParaRPr lang="en-US" sz="2900"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endParaRPr lang="en-US" sz="2900"/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71BB413-ECCA-190B-ED3A-BAA1B085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074" y="2284599"/>
            <a:ext cx="42576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48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BA892-02D8-864D-D202-65F6026E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05002"/>
            <a:ext cx="9603275" cy="1049235"/>
          </a:xfrm>
        </p:spPr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622CD-30FC-5D1F-3F24-C987E4671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The paper introduces </a:t>
            </a:r>
            <a:r>
              <a:rPr lang="en-US" b="1"/>
              <a:t>CLAP</a:t>
            </a:r>
            <a:r>
              <a:rPr lang="en-US"/>
              <a:t>, a model that helps developers analyze large numbers of mobile app reviews.</a:t>
            </a:r>
          </a:p>
          <a:p>
            <a:r>
              <a:rPr lang="en-US"/>
              <a:t>CLAP improves existing approaches by </a:t>
            </a:r>
            <a:r>
              <a:rPr lang="en-US" b="1"/>
              <a:t>classifying reviews, clustering related feedback, and prioritizing </a:t>
            </a:r>
            <a:r>
              <a:rPr lang="en-US"/>
              <a:t>which bugs or features should be addressed first.</a:t>
            </a:r>
          </a:p>
          <a:p>
            <a:r>
              <a:rPr lang="en-US"/>
              <a:t>The evaluation showed strong performance, with </a:t>
            </a:r>
            <a:r>
              <a:rPr lang="en-US" b="1"/>
              <a:t>86% classification accuracy</a:t>
            </a:r>
            <a:r>
              <a:rPr lang="en-US"/>
              <a:t>, </a:t>
            </a:r>
            <a:r>
              <a:rPr lang="en-US" b="1"/>
              <a:t>77% meaningful clustering</a:t>
            </a:r>
            <a:r>
              <a:rPr lang="en-US"/>
              <a:t>, and </a:t>
            </a:r>
            <a:r>
              <a:rPr lang="en-US" b="1"/>
              <a:t>72% recommendation accuracy</a:t>
            </a:r>
            <a:r>
              <a:rPr lang="en-US"/>
              <a:t>.</a:t>
            </a:r>
          </a:p>
          <a:p>
            <a:r>
              <a:rPr lang="en-US"/>
              <a:t>Feedback from industry developers was positive, suggesting the tool could support real release planning.</a:t>
            </a:r>
          </a:p>
          <a:p>
            <a:pPr fontAlgn="base"/>
            <a:r>
              <a:rPr lang="en-US"/>
              <a:t>They discuss future work as: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/>
              <a:t>Mining reviews from similar, competition apps as well as the target app 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/>
              <a:t>Multi-store support 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/>
              <a:t>Automatic translation to English to overcome language limitation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355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Application>Microsoft Office PowerPoint</Application>
  <PresentationFormat>Widescreen</PresentationFormat>
  <Slides>19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Gallery</vt:lpstr>
      <vt:lpstr>Research Paper Presentation – Group 15</vt:lpstr>
      <vt:lpstr>Introduction</vt:lpstr>
      <vt:lpstr>Introduction – Software Engineering Problem</vt:lpstr>
      <vt:lpstr>Introduction – Why is it important</vt:lpstr>
      <vt:lpstr>MOTIVATION</vt:lpstr>
      <vt:lpstr>NOVELTY</vt:lpstr>
      <vt:lpstr>METHOD - Overview</vt:lpstr>
      <vt:lpstr>Method – Step 1 – Categorizing User reviews</vt:lpstr>
      <vt:lpstr>Method – Step 1 – Categorizing User reviews</vt:lpstr>
      <vt:lpstr>Method – Step 2 – Clustering Related Reviews</vt:lpstr>
      <vt:lpstr>Method – Step 3 – Prioritizing Review clusters</vt:lpstr>
      <vt:lpstr>Method – Step 3 – Prioritizing Review clusters</vt:lpstr>
      <vt:lpstr>CLAP - UI</vt:lpstr>
      <vt:lpstr>results</vt:lpstr>
      <vt:lpstr>Rq 1 – Classification Accuracy</vt:lpstr>
      <vt:lpstr>Rq 2 – clustering quality</vt:lpstr>
      <vt:lpstr>Rq 3 – prioritization accuracy</vt:lpstr>
      <vt:lpstr>Rq 4 - applicability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Ferguson, Joe (fergujp)</dc:creator>
  <cp:revision>2</cp:revision>
  <dcterms:created xsi:type="dcterms:W3CDTF">2026-02-12T18:46:44Z</dcterms:created>
  <dcterms:modified xsi:type="dcterms:W3CDTF">2026-03-05T15:46:06Z</dcterms:modified>
</cp:coreProperties>
</file>