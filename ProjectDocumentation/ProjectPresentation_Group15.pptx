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sldIdLst>
    <p:sldId id="256" r:id="rId2"/>
    <p:sldId id="257" r:id="rId3"/>
    <p:sldId id="262" r:id="rId4"/>
    <p:sldId id="263" r:id="rId5"/>
    <p:sldId id="258" r:id="rId6"/>
    <p:sldId id="261"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0FE18A-44AB-4D7F-8B46-A054F89A9400}" v="108" dt="2026-04-21T16:53:28.740"/>
    <p1510:client id="{24A65150-E3B1-B64D-AE83-2B108A716EE9}" v="390" dt="2026-04-20T20:39:11.817"/>
    <p1510:client id="{2D090BA3-6E2B-FF75-1F4E-74127CDAD0DD}" v="206" dt="2026-04-21T01:15:12.533"/>
    <p1510:client id="{60262970-18FB-97F7-9541-BE33CB910685}" v="1" dt="2026-04-21T00:15:15.593"/>
    <p1510:client id="{B15FBD00-CC39-9271-3F48-E0DFCF7DAAF4}" v="966" dt="2026-04-21T00:06:29.690"/>
    <p1510:client id="{DD256911-99A2-22D2-3C37-426AF7E1769A}" v="109" dt="2026-04-20T20:29:49.699"/>
    <p1510:client id="{E6EF7816-85B5-8D6A-1EBB-2D56374C7C99}" v="132" dt="2026-04-21T16:53:52.675"/>
    <p1510:client id="{F57CBA05-7949-425D-8B30-0BB97800D751}" v="1204" dt="2026-04-20T22:04:12.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lerjeau, Jason (bellerjn)" userId="S::bellerjn@mail.uc.edu::507df12a-3f54-41fc-94a4-1031422f350b" providerId="AD" clId="Web-{896B9E0D-A219-52B8-AA12-3F47FC9F3526}"/>
    <pc:docChg chg="addSld delSld modSld sldOrd">
      <pc:chgData name="Bellerjeau, Jason (bellerjn)" userId="S::bellerjn@mail.uc.edu::507df12a-3f54-41fc-94a4-1031422f350b" providerId="AD" clId="Web-{896B9E0D-A219-52B8-AA12-3F47FC9F3526}" dt="2026-04-20T15:04:21.025" v="233"/>
      <pc:docMkLst>
        <pc:docMk/>
      </pc:docMkLst>
      <pc:sldChg chg="modSp ord">
        <pc:chgData name="Bellerjeau, Jason (bellerjn)" userId="S::bellerjn@mail.uc.edu::507df12a-3f54-41fc-94a4-1031422f350b" providerId="AD" clId="Web-{896B9E0D-A219-52B8-AA12-3F47FC9F3526}" dt="2026-04-20T15:04:21.025" v="233"/>
        <pc:sldMkLst>
          <pc:docMk/>
          <pc:sldMk cId="4105019689" sldId="261"/>
        </pc:sldMkLst>
        <pc:spChg chg="mod">
          <ac:chgData name="Bellerjeau, Jason (bellerjn)" userId="S::bellerjn@mail.uc.edu::507df12a-3f54-41fc-94a4-1031422f350b" providerId="AD" clId="Web-{896B9E0D-A219-52B8-AA12-3F47FC9F3526}" dt="2026-04-20T15:01:34.275" v="225" actId="20577"/>
          <ac:spMkLst>
            <pc:docMk/>
            <pc:sldMk cId="4105019689" sldId="261"/>
            <ac:spMk id="6" creationId="{D37BEBB7-BEB6-8619-0FED-0C93335B082C}"/>
          </ac:spMkLst>
        </pc:spChg>
      </pc:sldChg>
      <pc:sldChg chg="modSp new del">
        <pc:chgData name="Bellerjeau, Jason (bellerjn)" userId="S::bellerjn@mail.uc.edu::507df12a-3f54-41fc-94a4-1031422f350b" providerId="AD" clId="Web-{896B9E0D-A219-52B8-AA12-3F47FC9F3526}" dt="2026-04-20T15:04:10.978" v="232"/>
        <pc:sldMkLst>
          <pc:docMk/>
          <pc:sldMk cId="902620927" sldId="262"/>
        </pc:sldMkLst>
        <pc:spChg chg="mod">
          <ac:chgData name="Bellerjeau, Jason (bellerjn)" userId="S::bellerjn@mail.uc.edu::507df12a-3f54-41fc-94a4-1031422f350b" providerId="AD" clId="Web-{896B9E0D-A219-52B8-AA12-3F47FC9F3526}" dt="2026-04-20T15:01:53.869" v="231" actId="20577"/>
          <ac:spMkLst>
            <pc:docMk/>
            <pc:sldMk cId="902620927" sldId="262"/>
            <ac:spMk id="2" creationId="{DED92804-3EED-E2FB-EB63-1AE8327A174D}"/>
          </ac:spMkLst>
        </pc:spChg>
      </pc:sldChg>
    </pc:docChg>
  </pc:docChgLst>
  <pc:docChgLst>
    <pc:chgData name="Gerver, Garrett (gerverge)" userId="S::gerverge@mail.uc.edu::216e70fc-59cc-4f5a-9f3c-4941a3c31d93" providerId="AD" clId="Web-{60262970-18FB-97F7-9541-BE33CB910685}"/>
    <pc:docChg chg="modSld">
      <pc:chgData name="Gerver, Garrett (gerverge)" userId="S::gerverge@mail.uc.edu::216e70fc-59cc-4f5a-9f3c-4941a3c31d93" providerId="AD" clId="Web-{60262970-18FB-97F7-9541-BE33CB910685}" dt="2026-04-21T00:15:15.593" v="0" actId="20577"/>
      <pc:docMkLst>
        <pc:docMk/>
      </pc:docMkLst>
      <pc:sldChg chg="modSp">
        <pc:chgData name="Gerver, Garrett (gerverge)" userId="S::gerverge@mail.uc.edu::216e70fc-59cc-4f5a-9f3c-4941a3c31d93" providerId="AD" clId="Web-{60262970-18FB-97F7-9541-BE33CB910685}" dt="2026-04-21T00:15:15.593" v="0" actId="20577"/>
        <pc:sldMkLst>
          <pc:docMk/>
          <pc:sldMk cId="1000844565" sldId="256"/>
        </pc:sldMkLst>
        <pc:spChg chg="mod">
          <ac:chgData name="Gerver, Garrett (gerverge)" userId="S::gerverge@mail.uc.edu::216e70fc-59cc-4f5a-9f3c-4941a3c31d93" providerId="AD" clId="Web-{60262970-18FB-97F7-9541-BE33CB910685}" dt="2026-04-21T00:15:15.593" v="0" actId="20577"/>
          <ac:spMkLst>
            <pc:docMk/>
            <pc:sldMk cId="1000844565" sldId="256"/>
            <ac:spMk id="3" creationId="{201C4E32-1C71-7E3D-E46B-824E7F4DD580}"/>
          </ac:spMkLst>
        </pc:spChg>
      </pc:sldChg>
    </pc:docChg>
  </pc:docChgLst>
  <pc:docChgLst>
    <pc:chgData name="Ferguson, Joe (fergujp)" userId="4f65ad1c-5ee5-40cd-aa65-b2e007bab6e6" providerId="ADAL" clId="{3FB175E4-2D26-456B-8D3F-6A89E8E2BDC2}"/>
    <pc:docChg chg="undo custSel addSld modSld">
      <pc:chgData name="Ferguson, Joe (fergujp)" userId="4f65ad1c-5ee5-40cd-aa65-b2e007bab6e6" providerId="ADAL" clId="{3FB175E4-2D26-456B-8D3F-6A89E8E2BDC2}" dt="2026-04-20T22:07:46.503" v="1231" actId="122"/>
      <pc:docMkLst>
        <pc:docMk/>
      </pc:docMkLst>
      <pc:sldChg chg="addSp modSp mod">
        <pc:chgData name="Ferguson, Joe (fergujp)" userId="4f65ad1c-5ee5-40cd-aa65-b2e007bab6e6" providerId="ADAL" clId="{3FB175E4-2D26-456B-8D3F-6A89E8E2BDC2}" dt="2026-04-20T20:43:19.881" v="538" actId="20577"/>
        <pc:sldMkLst>
          <pc:docMk/>
          <pc:sldMk cId="3005528038" sldId="257"/>
        </pc:sldMkLst>
        <pc:spChg chg="mod">
          <ac:chgData name="Ferguson, Joe (fergujp)" userId="4f65ad1c-5ee5-40cd-aa65-b2e007bab6e6" providerId="ADAL" clId="{3FB175E4-2D26-456B-8D3F-6A89E8E2BDC2}" dt="2026-04-20T20:43:19.881" v="538" actId="20577"/>
          <ac:spMkLst>
            <pc:docMk/>
            <pc:sldMk cId="3005528038" sldId="257"/>
            <ac:spMk id="3" creationId="{ABF0500C-51B7-6E2A-A719-733554E7D5D2}"/>
          </ac:spMkLst>
        </pc:spChg>
        <pc:picChg chg="add mod">
          <ac:chgData name="Ferguson, Joe (fergujp)" userId="4f65ad1c-5ee5-40cd-aa65-b2e007bab6e6" providerId="ADAL" clId="{3FB175E4-2D26-456B-8D3F-6A89E8E2BDC2}" dt="2026-04-20T20:42:15.953" v="385" actId="1076"/>
          <ac:picMkLst>
            <pc:docMk/>
            <pc:sldMk cId="3005528038" sldId="257"/>
            <ac:picMk id="5" creationId="{20C8F470-A2EC-61A0-5A09-1614268159D7}"/>
          </ac:picMkLst>
        </pc:picChg>
        <pc:picChg chg="add mod">
          <ac:chgData name="Ferguson, Joe (fergujp)" userId="4f65ad1c-5ee5-40cd-aa65-b2e007bab6e6" providerId="ADAL" clId="{3FB175E4-2D26-456B-8D3F-6A89E8E2BDC2}" dt="2026-04-20T20:42:13.158" v="384" actId="1076"/>
          <ac:picMkLst>
            <pc:docMk/>
            <pc:sldMk cId="3005528038" sldId="257"/>
            <ac:picMk id="7" creationId="{D1347478-5A59-6550-14E5-4E97F43D14A1}"/>
          </ac:picMkLst>
        </pc:picChg>
      </pc:sldChg>
      <pc:sldChg chg="addSp delSp modSp mod modAnim">
        <pc:chgData name="Ferguson, Joe (fergujp)" userId="4f65ad1c-5ee5-40cd-aa65-b2e007bab6e6" providerId="ADAL" clId="{3FB175E4-2D26-456B-8D3F-6A89E8E2BDC2}" dt="2026-04-20T22:07:46.503" v="1231" actId="122"/>
        <pc:sldMkLst>
          <pc:docMk/>
          <pc:sldMk cId="4000068695" sldId="258"/>
        </pc:sldMkLst>
        <pc:spChg chg="mod">
          <ac:chgData name="Ferguson, Joe (fergujp)" userId="4f65ad1c-5ee5-40cd-aa65-b2e007bab6e6" providerId="ADAL" clId="{3FB175E4-2D26-456B-8D3F-6A89E8E2BDC2}" dt="2026-04-20T22:07:46.503" v="1231" actId="122"/>
          <ac:spMkLst>
            <pc:docMk/>
            <pc:sldMk cId="4000068695" sldId="258"/>
            <ac:spMk id="2" creationId="{2A79B740-C4F9-F6F5-BEF1-E41452DF76CC}"/>
          </ac:spMkLst>
        </pc:spChg>
        <pc:spChg chg="del mod">
          <ac:chgData name="Ferguson, Joe (fergujp)" userId="4f65ad1c-5ee5-40cd-aa65-b2e007bab6e6" providerId="ADAL" clId="{3FB175E4-2D26-456B-8D3F-6A89E8E2BDC2}" dt="2026-04-20T22:04:12.562" v="1227"/>
          <ac:spMkLst>
            <pc:docMk/>
            <pc:sldMk cId="4000068695" sldId="258"/>
            <ac:spMk id="3" creationId="{30330A89-48E8-8439-EBCC-1F5BC494F5F9}"/>
          </ac:spMkLst>
        </pc:spChg>
        <pc:picChg chg="add mod">
          <ac:chgData name="Ferguson, Joe (fergujp)" userId="4f65ad1c-5ee5-40cd-aa65-b2e007bab6e6" providerId="ADAL" clId="{3FB175E4-2D26-456B-8D3F-6A89E8E2BDC2}" dt="2026-04-20T22:07:34.990" v="1230" actId="1076"/>
          <ac:picMkLst>
            <pc:docMk/>
            <pc:sldMk cId="4000068695" sldId="258"/>
            <ac:picMk id="4" creationId="{ED0FF8CA-8DBF-99F6-73D0-A0D961CDCD4C}"/>
          </ac:picMkLst>
        </pc:picChg>
      </pc:sldChg>
      <pc:sldChg chg="addSp modSp new mod">
        <pc:chgData name="Ferguson, Joe (fergujp)" userId="4f65ad1c-5ee5-40cd-aa65-b2e007bab6e6" providerId="ADAL" clId="{3FB175E4-2D26-456B-8D3F-6A89E8E2BDC2}" dt="2026-04-20T20:49:05.161" v="645" actId="20577"/>
        <pc:sldMkLst>
          <pc:docMk/>
          <pc:sldMk cId="2951131523" sldId="262"/>
        </pc:sldMkLst>
        <pc:spChg chg="mod">
          <ac:chgData name="Ferguson, Joe (fergujp)" userId="4f65ad1c-5ee5-40cd-aa65-b2e007bab6e6" providerId="ADAL" clId="{3FB175E4-2D26-456B-8D3F-6A89E8E2BDC2}" dt="2026-04-20T20:49:05.161" v="645" actId="20577"/>
          <ac:spMkLst>
            <pc:docMk/>
            <pc:sldMk cId="2951131523" sldId="262"/>
            <ac:spMk id="2" creationId="{1673BC1B-46B0-4FB9-1D2C-29D26B680456}"/>
          </ac:spMkLst>
        </pc:spChg>
        <pc:spChg chg="mod">
          <ac:chgData name="Ferguson, Joe (fergujp)" userId="4f65ad1c-5ee5-40cd-aa65-b2e007bab6e6" providerId="ADAL" clId="{3FB175E4-2D26-456B-8D3F-6A89E8E2BDC2}" dt="2026-04-20T20:48:13.217" v="611" actId="14100"/>
          <ac:spMkLst>
            <pc:docMk/>
            <pc:sldMk cId="2951131523" sldId="262"/>
            <ac:spMk id="3" creationId="{0BD9BF0E-9483-EEF4-C01A-75760FAA4C98}"/>
          </ac:spMkLst>
        </pc:spChg>
        <pc:spChg chg="add mod">
          <ac:chgData name="Ferguson, Joe (fergujp)" userId="4f65ad1c-5ee5-40cd-aa65-b2e007bab6e6" providerId="ADAL" clId="{3FB175E4-2D26-456B-8D3F-6A89E8E2BDC2}" dt="2026-04-20T20:47:26.996" v="608" actId="1076"/>
          <ac:spMkLst>
            <pc:docMk/>
            <pc:sldMk cId="2951131523" sldId="262"/>
            <ac:spMk id="8" creationId="{D7DD012A-0FFF-1F1F-07B9-B97442A864F8}"/>
          </ac:spMkLst>
        </pc:spChg>
        <pc:spChg chg="add mod">
          <ac:chgData name="Ferguson, Joe (fergujp)" userId="4f65ad1c-5ee5-40cd-aa65-b2e007bab6e6" providerId="ADAL" clId="{3FB175E4-2D26-456B-8D3F-6A89E8E2BDC2}" dt="2026-04-20T20:47:24.114" v="607" actId="1076"/>
          <ac:spMkLst>
            <pc:docMk/>
            <pc:sldMk cId="2951131523" sldId="262"/>
            <ac:spMk id="9" creationId="{F8EA0EDD-E479-A2C9-C321-C6832F32DD7C}"/>
          </ac:spMkLst>
        </pc:spChg>
        <pc:spChg chg="add mod">
          <ac:chgData name="Ferguson, Joe (fergujp)" userId="4f65ad1c-5ee5-40cd-aa65-b2e007bab6e6" providerId="ADAL" clId="{3FB175E4-2D26-456B-8D3F-6A89E8E2BDC2}" dt="2026-04-20T20:47:50.327" v="610" actId="1076"/>
          <ac:spMkLst>
            <pc:docMk/>
            <pc:sldMk cId="2951131523" sldId="262"/>
            <ac:spMk id="10" creationId="{4E92BD39-B35C-E668-351C-FDA4690E346D}"/>
          </ac:spMkLst>
        </pc:spChg>
        <pc:picChg chg="add mod">
          <ac:chgData name="Ferguson, Joe (fergujp)" userId="4f65ad1c-5ee5-40cd-aa65-b2e007bab6e6" providerId="ADAL" clId="{3FB175E4-2D26-456B-8D3F-6A89E8E2BDC2}" dt="2026-04-20T20:45:13.319" v="557" actId="1076"/>
          <ac:picMkLst>
            <pc:docMk/>
            <pc:sldMk cId="2951131523" sldId="262"/>
            <ac:picMk id="5" creationId="{C04C7759-D81F-A12F-327A-D4164F506B08}"/>
          </ac:picMkLst>
        </pc:picChg>
        <pc:picChg chg="add mod">
          <ac:chgData name="Ferguson, Joe (fergujp)" userId="4f65ad1c-5ee5-40cd-aa65-b2e007bab6e6" providerId="ADAL" clId="{3FB175E4-2D26-456B-8D3F-6A89E8E2BDC2}" dt="2026-04-20T20:46:16.120" v="602" actId="1076"/>
          <ac:picMkLst>
            <pc:docMk/>
            <pc:sldMk cId="2951131523" sldId="262"/>
            <ac:picMk id="7" creationId="{E3E2EDA3-EE53-6436-FDEB-96AF7B3C7C8A}"/>
          </ac:picMkLst>
        </pc:picChg>
      </pc:sldChg>
      <pc:sldChg chg="modSp new mod">
        <pc:chgData name="Ferguson, Joe (fergujp)" userId="4f65ad1c-5ee5-40cd-aa65-b2e007bab6e6" providerId="ADAL" clId="{3FB175E4-2D26-456B-8D3F-6A89E8E2BDC2}" dt="2026-04-20T20:55:48.372" v="1225" actId="20577"/>
        <pc:sldMkLst>
          <pc:docMk/>
          <pc:sldMk cId="3384113707" sldId="263"/>
        </pc:sldMkLst>
        <pc:spChg chg="mod">
          <ac:chgData name="Ferguson, Joe (fergujp)" userId="4f65ad1c-5ee5-40cd-aa65-b2e007bab6e6" providerId="ADAL" clId="{3FB175E4-2D26-456B-8D3F-6A89E8E2BDC2}" dt="2026-04-20T20:55:48.372" v="1225" actId="20577"/>
          <ac:spMkLst>
            <pc:docMk/>
            <pc:sldMk cId="3384113707" sldId="263"/>
            <ac:spMk id="2" creationId="{DA49E3B0-10A9-0924-9787-0D979FB4ADCA}"/>
          </ac:spMkLst>
        </pc:spChg>
        <pc:spChg chg="mod">
          <ac:chgData name="Ferguson, Joe (fergujp)" userId="4f65ad1c-5ee5-40cd-aa65-b2e007bab6e6" providerId="ADAL" clId="{3FB175E4-2D26-456B-8D3F-6A89E8E2BDC2}" dt="2026-04-20T20:55:45.910" v="1224" actId="20577"/>
          <ac:spMkLst>
            <pc:docMk/>
            <pc:sldMk cId="3384113707" sldId="263"/>
            <ac:spMk id="3" creationId="{C0D66511-A5F4-C445-4E44-339D4FFEFA9F}"/>
          </ac:spMkLst>
        </pc:spChg>
      </pc:sldChg>
    </pc:docChg>
  </pc:docChgLst>
  <pc:docChgLst>
    <pc:chgData clId="Web-{B15FBD00-CC39-9271-3F48-E0DFCF7DAAF4}"/>
    <pc:docChg chg="modSld">
      <pc:chgData name="" userId="" providerId="" clId="Web-{B15FBD00-CC39-9271-3F48-E0DFCF7DAAF4}" dt="2026-04-21T00:06:29.690" v="965" actId="20577"/>
      <pc:docMkLst>
        <pc:docMk/>
      </pc:docMkLst>
      <pc:sldChg chg="modSp">
        <pc:chgData name="" userId="" providerId="" clId="Web-{B15FBD00-CC39-9271-3F48-E0DFCF7DAAF4}" dt="2026-04-20T23:33:19.616" v="4" actId="20577"/>
        <pc:sldMkLst>
          <pc:docMk/>
          <pc:sldMk cId="1000844565" sldId="256"/>
        </pc:sldMkLst>
        <pc:spChg chg="mod">
          <ac:chgData name="" userId="" providerId="" clId="Web-{B15FBD00-CC39-9271-3F48-E0DFCF7DAAF4}" dt="2026-04-20T23:33:19.616" v="4" actId="20577"/>
          <ac:spMkLst>
            <pc:docMk/>
            <pc:sldMk cId="1000844565" sldId="256"/>
            <ac:spMk id="3" creationId="{201C4E32-1C71-7E3D-E46B-824E7F4DD580}"/>
          </ac:spMkLst>
        </pc:spChg>
      </pc:sldChg>
      <pc:sldChg chg="modSp">
        <pc:chgData name="" userId="" providerId="" clId="Web-{B15FBD00-CC39-9271-3F48-E0DFCF7DAAF4}" dt="2026-04-21T00:06:29.690" v="965" actId="20577"/>
        <pc:sldMkLst>
          <pc:docMk/>
          <pc:sldMk cId="751957574" sldId="260"/>
        </pc:sldMkLst>
        <pc:spChg chg="mod">
          <ac:chgData name="" userId="" providerId="" clId="Web-{B15FBD00-CC39-9271-3F48-E0DFCF7DAAF4}" dt="2026-04-21T00:06:29.690" v="965" actId="20577"/>
          <ac:spMkLst>
            <pc:docMk/>
            <pc:sldMk cId="751957574" sldId="260"/>
            <ac:spMk id="3" creationId="{33F4DFA6-8089-5B72-6F63-E182F77AA7AB}"/>
          </ac:spMkLst>
        </pc:spChg>
      </pc:sldChg>
    </pc:docChg>
  </pc:docChgLst>
  <pc:docChgLst>
    <pc:chgData name="Gerver, Garrett (gerverge)" userId="S::gerverge@mail.uc.edu::216e70fc-59cc-4f5a-9f3c-4941a3c31d93" providerId="AD" clId="Web-{2D090BA3-6E2B-FF75-1F4E-74127CDAD0DD}"/>
    <pc:docChg chg="addSld delSld modSld">
      <pc:chgData name="Gerver, Garrett (gerverge)" userId="S::gerverge@mail.uc.edu::216e70fc-59cc-4f5a-9f3c-4941a3c31d93" providerId="AD" clId="Web-{2D090BA3-6E2B-FF75-1F4E-74127CDAD0DD}" dt="2026-04-21T01:12:51.350" v="205" actId="20577"/>
      <pc:docMkLst>
        <pc:docMk/>
      </pc:docMkLst>
      <pc:sldChg chg="modSp">
        <pc:chgData name="Gerver, Garrett (gerverge)" userId="S::gerverge@mail.uc.edu::216e70fc-59cc-4f5a-9f3c-4941a3c31d93" providerId="AD" clId="Web-{2D090BA3-6E2B-FF75-1F4E-74127CDAD0DD}" dt="2026-04-21T01:12:51.350" v="205" actId="20577"/>
        <pc:sldMkLst>
          <pc:docMk/>
          <pc:sldMk cId="3384113707" sldId="263"/>
        </pc:sldMkLst>
        <pc:spChg chg="mod">
          <ac:chgData name="Gerver, Garrett (gerverge)" userId="S::gerverge@mail.uc.edu::216e70fc-59cc-4f5a-9f3c-4941a3c31d93" providerId="AD" clId="Web-{2D090BA3-6E2B-FF75-1F4E-74127CDAD0DD}" dt="2026-04-21T01:00:52.684" v="55" actId="20577"/>
          <ac:spMkLst>
            <pc:docMk/>
            <pc:sldMk cId="3384113707" sldId="263"/>
            <ac:spMk id="2" creationId="{DA49E3B0-10A9-0924-9787-0D979FB4ADCA}"/>
          </ac:spMkLst>
        </pc:spChg>
        <pc:spChg chg="mod">
          <ac:chgData name="Gerver, Garrett (gerverge)" userId="S::gerverge@mail.uc.edu::216e70fc-59cc-4f5a-9f3c-4941a3c31d93" providerId="AD" clId="Web-{2D090BA3-6E2B-FF75-1F4E-74127CDAD0DD}" dt="2026-04-21T01:12:51.350" v="205" actId="20577"/>
          <ac:spMkLst>
            <pc:docMk/>
            <pc:sldMk cId="3384113707" sldId="263"/>
            <ac:spMk id="3" creationId="{C0D66511-A5F4-C445-4E44-339D4FFEFA9F}"/>
          </ac:spMkLst>
        </pc:spChg>
      </pc:sldChg>
      <pc:sldChg chg="modSp new del">
        <pc:chgData name="Gerver, Garrett (gerverge)" userId="S::gerverge@mail.uc.edu::216e70fc-59cc-4f5a-9f3c-4941a3c31d93" providerId="AD" clId="Web-{2D090BA3-6E2B-FF75-1F4E-74127CDAD0DD}" dt="2026-04-21T01:00:27.183" v="48"/>
        <pc:sldMkLst>
          <pc:docMk/>
          <pc:sldMk cId="926690908" sldId="264"/>
        </pc:sldMkLst>
        <pc:spChg chg="mod">
          <ac:chgData name="Gerver, Garrett (gerverge)" userId="S::gerverge@mail.uc.edu::216e70fc-59cc-4f5a-9f3c-4941a3c31d93" providerId="AD" clId="Web-{2D090BA3-6E2B-FF75-1F4E-74127CDAD0DD}" dt="2026-04-21T00:33:19.274" v="47" actId="20577"/>
          <ac:spMkLst>
            <pc:docMk/>
            <pc:sldMk cId="926690908" sldId="264"/>
            <ac:spMk id="2" creationId="{720E4885-61E1-B2D8-51C4-095D2A9730CC}"/>
          </ac:spMkLst>
        </pc:spChg>
      </pc:sldChg>
    </pc:docChg>
  </pc:docChgLst>
  <pc:docChgLst>
    <pc:chgData name="Saraf, Ameya (sarafae)" userId="S::sarafae@mail.uc.edu::9160a3c0-5aa7-406c-b7af-7ab7c89f1ebf" providerId="AD" clId="Web-{DD256911-99A2-22D2-3C37-426AF7E1769A}"/>
    <pc:docChg chg="modSld">
      <pc:chgData name="Saraf, Ameya (sarafae)" userId="S::sarafae@mail.uc.edu::9160a3c0-5aa7-406c-b7af-7ab7c89f1ebf" providerId="AD" clId="Web-{DD256911-99A2-22D2-3C37-426AF7E1769A}" dt="2026-04-20T20:29:49.699" v="113" actId="20577"/>
      <pc:docMkLst>
        <pc:docMk/>
      </pc:docMkLst>
      <pc:sldChg chg="modSp">
        <pc:chgData name="Saraf, Ameya (sarafae)" userId="S::sarafae@mail.uc.edu::9160a3c0-5aa7-406c-b7af-7ab7c89f1ebf" providerId="AD" clId="Web-{DD256911-99A2-22D2-3C37-426AF7E1769A}" dt="2026-04-20T20:29:49.699" v="113" actId="20577"/>
        <pc:sldMkLst>
          <pc:docMk/>
          <pc:sldMk cId="1501103077" sldId="259"/>
        </pc:sldMkLst>
        <pc:spChg chg="mod">
          <ac:chgData name="Saraf, Ameya (sarafae)" userId="S::sarafae@mail.uc.edu::9160a3c0-5aa7-406c-b7af-7ab7c89f1ebf" providerId="AD" clId="Web-{DD256911-99A2-22D2-3C37-426AF7E1769A}" dt="2026-04-20T20:29:49.699" v="113" actId="20577"/>
          <ac:spMkLst>
            <pc:docMk/>
            <pc:sldMk cId="1501103077" sldId="259"/>
            <ac:spMk id="3" creationId="{C99CAF6A-74ED-FF4E-7D23-180A821965C4}"/>
          </ac:spMkLst>
        </pc:spChg>
      </pc:sldChg>
    </pc:docChg>
  </pc:docChgLst>
  <pc:docChgLst>
    <pc:chgData name="Gerver, Garrett (gerverge)" userId="S::gerverge@mail.uc.edu::216e70fc-59cc-4f5a-9f3c-4941a3c31d93" providerId="AD" clId="Web-{E6EF7816-85B5-8D6A-1EBB-2D56374C7C99}"/>
    <pc:docChg chg="modSld">
      <pc:chgData name="Gerver, Garrett (gerverge)" userId="S::gerverge@mail.uc.edu::216e70fc-59cc-4f5a-9f3c-4941a3c31d93" providerId="AD" clId="Web-{E6EF7816-85B5-8D6A-1EBB-2D56374C7C99}" dt="2026-04-21T16:53:52.675" v="71"/>
      <pc:docMkLst>
        <pc:docMk/>
      </pc:docMkLst>
      <pc:sldChg chg="addSp delSp modSp">
        <pc:chgData name="Gerver, Garrett (gerverge)" userId="S::gerverge@mail.uc.edu::216e70fc-59cc-4f5a-9f3c-4941a3c31d93" providerId="AD" clId="Web-{E6EF7816-85B5-8D6A-1EBB-2D56374C7C99}" dt="2026-04-21T16:53:52.675" v="71"/>
        <pc:sldMkLst>
          <pc:docMk/>
          <pc:sldMk cId="4000068695" sldId="258"/>
        </pc:sldMkLst>
        <pc:spChg chg="mod">
          <ac:chgData name="Gerver, Garrett (gerverge)" userId="S::gerverge@mail.uc.edu::216e70fc-59cc-4f5a-9f3c-4941a3c31d93" providerId="AD" clId="Web-{E6EF7816-85B5-8D6A-1EBB-2D56374C7C99}" dt="2026-04-21T16:52:25.970" v="1" actId="20577"/>
          <ac:spMkLst>
            <pc:docMk/>
            <pc:sldMk cId="4000068695" sldId="258"/>
            <ac:spMk id="2" creationId="{2A79B740-C4F9-F6F5-BEF1-E41452DF76CC}"/>
          </ac:spMkLst>
        </pc:spChg>
        <pc:spChg chg="add del mod">
          <ac:chgData name="Gerver, Garrett (gerverge)" userId="S::gerverge@mail.uc.edu::216e70fc-59cc-4f5a-9f3c-4941a3c31d93" providerId="AD" clId="Web-{E6EF7816-85B5-8D6A-1EBB-2D56374C7C99}" dt="2026-04-21T16:53:52.675" v="71"/>
          <ac:spMkLst>
            <pc:docMk/>
            <pc:sldMk cId="4000068695" sldId="258"/>
            <ac:spMk id="3" creationId="{739270B2-83E6-8B0D-ED33-8016F0A9ECC5}"/>
          </ac:spMkLst>
        </pc:spChg>
      </pc:sldChg>
    </pc:docChg>
  </pc:docChgLst>
  <pc:docChgLst>
    <pc:chgData name="Bellerjeau, Jason (bellerjn)" userId="S::bellerjn@mail.uc.edu::507df12a-3f54-41fc-94a4-1031422f350b" providerId="AD" clId="Web-{00CB1EF6-2D25-E0AA-6F43-55F253206B85}"/>
    <pc:docChg chg="addSld modSld">
      <pc:chgData name="Bellerjeau, Jason (bellerjn)" userId="S::bellerjn@mail.uc.edu::507df12a-3f54-41fc-94a4-1031422f350b" providerId="AD" clId="Web-{00CB1EF6-2D25-E0AA-6F43-55F253206B85}" dt="2026-04-20T14:59:08.690" v="25" actId="20577"/>
      <pc:docMkLst>
        <pc:docMk/>
      </pc:docMkLst>
      <pc:sldChg chg="addSp delSp modSp new">
        <pc:chgData name="Bellerjeau, Jason (bellerjn)" userId="S::bellerjn@mail.uc.edu::507df12a-3f54-41fc-94a4-1031422f350b" providerId="AD" clId="Web-{00CB1EF6-2D25-E0AA-6F43-55F253206B85}" dt="2026-04-20T14:59:08.690" v="25" actId="20577"/>
        <pc:sldMkLst>
          <pc:docMk/>
          <pc:sldMk cId="4105019689" sldId="261"/>
        </pc:sldMkLst>
        <pc:spChg chg="mod">
          <ac:chgData name="Bellerjeau, Jason (bellerjn)" userId="S::bellerjn@mail.uc.edu::507df12a-3f54-41fc-94a4-1031422f350b" providerId="AD" clId="Web-{00CB1EF6-2D25-E0AA-6F43-55F253206B85}" dt="2026-04-20T14:54:52.455" v="1" actId="20577"/>
          <ac:spMkLst>
            <pc:docMk/>
            <pc:sldMk cId="4105019689" sldId="261"/>
            <ac:spMk id="2" creationId="{6061B298-D38D-1881-6D2F-220CD0AFFDD7}"/>
          </ac:spMkLst>
        </pc:spChg>
        <pc:spChg chg="del">
          <ac:chgData name="Bellerjeau, Jason (bellerjn)" userId="S::bellerjn@mail.uc.edu::507df12a-3f54-41fc-94a4-1031422f350b" providerId="AD" clId="Web-{00CB1EF6-2D25-E0AA-6F43-55F253206B85}" dt="2026-04-20T14:57:48.721" v="2"/>
          <ac:spMkLst>
            <pc:docMk/>
            <pc:sldMk cId="4105019689" sldId="261"/>
            <ac:spMk id="3" creationId="{30DA6600-8A3F-09C2-3D05-E9B373C99A26}"/>
          </ac:spMkLst>
        </pc:spChg>
        <pc:spChg chg="add del">
          <ac:chgData name="Bellerjeau, Jason (bellerjn)" userId="S::bellerjn@mail.uc.edu::507df12a-3f54-41fc-94a4-1031422f350b" providerId="AD" clId="Web-{00CB1EF6-2D25-E0AA-6F43-55F253206B85}" dt="2026-04-20T14:58:39.972" v="8"/>
          <ac:spMkLst>
            <pc:docMk/>
            <pc:sldMk cId="4105019689" sldId="261"/>
            <ac:spMk id="5" creationId="{F386E626-4E1A-47A9-45E1-CA66FE28E4ED}"/>
          </ac:spMkLst>
        </pc:spChg>
        <pc:spChg chg="add mod">
          <ac:chgData name="Bellerjeau, Jason (bellerjn)" userId="S::bellerjn@mail.uc.edu::507df12a-3f54-41fc-94a4-1031422f350b" providerId="AD" clId="Web-{00CB1EF6-2D25-E0AA-6F43-55F253206B85}" dt="2026-04-20T14:59:08.690" v="25" actId="20577"/>
          <ac:spMkLst>
            <pc:docMk/>
            <pc:sldMk cId="4105019689" sldId="261"/>
            <ac:spMk id="6" creationId="{D37BEBB7-BEB6-8619-0FED-0C93335B082C}"/>
          </ac:spMkLst>
        </pc:spChg>
        <pc:picChg chg="add mod ord">
          <ac:chgData name="Bellerjeau, Jason (bellerjn)" userId="S::bellerjn@mail.uc.edu::507df12a-3f54-41fc-94a4-1031422f350b" providerId="AD" clId="Web-{00CB1EF6-2D25-E0AA-6F43-55F253206B85}" dt="2026-04-20T14:58:42.315" v="9" actId="1076"/>
          <ac:picMkLst>
            <pc:docMk/>
            <pc:sldMk cId="4105019689" sldId="261"/>
            <ac:picMk id="4" creationId="{6A26406B-4C2A-8314-B3FF-561C357177A1}"/>
          </ac:picMkLst>
        </pc:picChg>
      </pc:sldChg>
    </pc:docChg>
  </pc:docChgLst>
  <pc:docChgLst>
    <pc:chgData name="Saraf, Ameya (sarafae)" userId="9160a3c0-5aa7-406c-b7af-7ab7c89f1ebf" providerId="ADAL" clId="{4B611513-E6CC-59A4-B6D0-AD86393BCFE1}"/>
    <pc:docChg chg="undo custSel modSld">
      <pc:chgData name="Saraf, Ameya (sarafae)" userId="9160a3c0-5aa7-406c-b7af-7ab7c89f1ebf" providerId="ADAL" clId="{4B611513-E6CC-59A4-B6D0-AD86393BCFE1}" dt="2026-04-20T20:39:11.816" v="389" actId="14100"/>
      <pc:docMkLst>
        <pc:docMk/>
      </pc:docMkLst>
      <pc:sldChg chg="addSp delSp modSp mod">
        <pc:chgData name="Saraf, Ameya (sarafae)" userId="9160a3c0-5aa7-406c-b7af-7ab7c89f1ebf" providerId="ADAL" clId="{4B611513-E6CC-59A4-B6D0-AD86393BCFE1}" dt="2026-04-20T20:39:11.816" v="389" actId="14100"/>
        <pc:sldMkLst>
          <pc:docMk/>
          <pc:sldMk cId="1501103077" sldId="259"/>
        </pc:sldMkLst>
        <pc:spChg chg="mod">
          <ac:chgData name="Saraf, Ameya (sarafae)" userId="9160a3c0-5aa7-406c-b7af-7ab7c89f1ebf" providerId="ADAL" clId="{4B611513-E6CC-59A4-B6D0-AD86393BCFE1}" dt="2026-04-20T20:34:48.847" v="241" actId="20577"/>
          <ac:spMkLst>
            <pc:docMk/>
            <pc:sldMk cId="1501103077" sldId="259"/>
            <ac:spMk id="2" creationId="{7E130577-494A-F041-2841-46EA674B4694}"/>
          </ac:spMkLst>
        </pc:spChg>
        <pc:spChg chg="add del mod">
          <ac:chgData name="Saraf, Ameya (sarafae)" userId="9160a3c0-5aa7-406c-b7af-7ab7c89f1ebf" providerId="ADAL" clId="{4B611513-E6CC-59A4-B6D0-AD86393BCFE1}" dt="2026-04-20T20:33:11.660" v="85" actId="478"/>
          <ac:spMkLst>
            <pc:docMk/>
            <pc:sldMk cId="1501103077" sldId="259"/>
            <ac:spMk id="3" creationId="{C99CAF6A-74ED-FF4E-7D23-180A821965C4}"/>
          </ac:spMkLst>
        </pc:spChg>
        <pc:spChg chg="add mod">
          <ac:chgData name="Saraf, Ameya (sarafae)" userId="9160a3c0-5aa7-406c-b7af-7ab7c89f1ebf" providerId="ADAL" clId="{4B611513-E6CC-59A4-B6D0-AD86393BCFE1}" dt="2026-04-20T20:39:11.816" v="389" actId="14100"/>
          <ac:spMkLst>
            <pc:docMk/>
            <pc:sldMk cId="1501103077" sldId="259"/>
            <ac:spMk id="4" creationId="{E5508700-192F-7FBE-4CB2-9BFDA08441C4}"/>
          </ac:spMkLst>
        </pc:spChg>
        <pc:spChg chg="add del mod">
          <ac:chgData name="Saraf, Ameya (sarafae)" userId="9160a3c0-5aa7-406c-b7af-7ab7c89f1ebf" providerId="ADAL" clId="{4B611513-E6CC-59A4-B6D0-AD86393BCFE1}" dt="2026-04-20T20:33:10.357" v="84" actId="478"/>
          <ac:spMkLst>
            <pc:docMk/>
            <pc:sldMk cId="1501103077" sldId="259"/>
            <ac:spMk id="6" creationId="{3C26C930-7961-A725-77F4-4B32DE81E219}"/>
          </ac:spMkLst>
        </pc:spChg>
        <pc:spChg chg="add del mod">
          <ac:chgData name="Saraf, Ameya (sarafae)" userId="9160a3c0-5aa7-406c-b7af-7ab7c89f1ebf" providerId="ADAL" clId="{4B611513-E6CC-59A4-B6D0-AD86393BCFE1}" dt="2026-04-20T20:33:14.539" v="86" actId="478"/>
          <ac:spMkLst>
            <pc:docMk/>
            <pc:sldMk cId="1501103077" sldId="259"/>
            <ac:spMk id="8" creationId="{87C82814-7558-197D-2E4E-8D197F738D0A}"/>
          </ac:spMkLst>
        </pc:spChg>
        <pc:spChg chg="add mod">
          <ac:chgData name="Saraf, Ameya (sarafae)" userId="9160a3c0-5aa7-406c-b7af-7ab7c89f1ebf" providerId="ADAL" clId="{4B611513-E6CC-59A4-B6D0-AD86393BCFE1}" dt="2026-04-20T20:34:39.418" v="203" actId="767"/>
          <ac:spMkLst>
            <pc:docMk/>
            <pc:sldMk cId="1501103077" sldId="259"/>
            <ac:spMk id="9" creationId="{8816B350-6A1D-4AB6-D767-D53EF17584B5}"/>
          </ac:spMkLst>
        </pc:spChg>
        <pc:spChg chg="add mod">
          <ac:chgData name="Saraf, Ameya (sarafae)" userId="9160a3c0-5aa7-406c-b7af-7ab7c89f1ebf" providerId="ADAL" clId="{4B611513-E6CC-59A4-B6D0-AD86393BCFE1}" dt="2026-04-20T20:34:39.222" v="202" actId="767"/>
          <ac:spMkLst>
            <pc:docMk/>
            <pc:sldMk cId="1501103077" sldId="259"/>
            <ac:spMk id="10" creationId="{AC838A88-B2B8-1937-84A6-CAE2F9B91BB9}"/>
          </ac:spMkLst>
        </pc:spChg>
      </pc:sldChg>
    </pc:docChg>
  </pc:docChgLst>
  <pc:docChgLst>
    <pc:chgData name="Ferguson, Joe (fergujp)" userId="4f65ad1c-5ee5-40cd-aa65-b2e007bab6e6" providerId="ADAL" clId="{41F57C3A-DD7E-4E1F-9779-C8B80D0CBC44}"/>
    <pc:docChg chg="undo custSel addSld modSld">
      <pc:chgData name="Ferguson, Joe (fergujp)" userId="4f65ad1c-5ee5-40cd-aa65-b2e007bab6e6" providerId="ADAL" clId="{41F57C3A-DD7E-4E1F-9779-C8B80D0CBC44}" dt="2026-04-21T16:53:28.740" v="314" actId="20577"/>
      <pc:docMkLst>
        <pc:docMk/>
      </pc:docMkLst>
      <pc:sldChg chg="modSp new mod">
        <pc:chgData name="Ferguson, Joe (fergujp)" userId="4f65ad1c-5ee5-40cd-aa65-b2e007bab6e6" providerId="ADAL" clId="{41F57C3A-DD7E-4E1F-9779-C8B80D0CBC44}" dt="2026-04-16T16:07:55.486" v="133" actId="20577"/>
        <pc:sldMkLst>
          <pc:docMk/>
          <pc:sldMk cId="1000844565" sldId="256"/>
        </pc:sldMkLst>
        <pc:spChg chg="mod">
          <ac:chgData name="Ferguson, Joe (fergujp)" userId="4f65ad1c-5ee5-40cd-aa65-b2e007bab6e6" providerId="ADAL" clId="{41F57C3A-DD7E-4E1F-9779-C8B80D0CBC44}" dt="2026-04-16T16:06:29.779" v="42" actId="404"/>
          <ac:spMkLst>
            <pc:docMk/>
            <pc:sldMk cId="1000844565" sldId="256"/>
            <ac:spMk id="2" creationId="{0AE96096-7387-BB58-B855-61583F16B4E4}"/>
          </ac:spMkLst>
        </pc:spChg>
        <pc:spChg chg="mod">
          <ac:chgData name="Ferguson, Joe (fergujp)" userId="4f65ad1c-5ee5-40cd-aa65-b2e007bab6e6" providerId="ADAL" clId="{41F57C3A-DD7E-4E1F-9779-C8B80D0CBC44}" dt="2026-04-16T16:07:55.486" v="133" actId="20577"/>
          <ac:spMkLst>
            <pc:docMk/>
            <pc:sldMk cId="1000844565" sldId="256"/>
            <ac:spMk id="3" creationId="{201C4E32-1C71-7E3D-E46B-824E7F4DD580}"/>
          </ac:spMkLst>
        </pc:spChg>
      </pc:sldChg>
      <pc:sldChg chg="modSp new mod">
        <pc:chgData name="Ferguson, Joe (fergujp)" userId="4f65ad1c-5ee5-40cd-aa65-b2e007bab6e6" providerId="ADAL" clId="{41F57C3A-DD7E-4E1F-9779-C8B80D0CBC44}" dt="2026-04-16T16:08:43.116" v="151" actId="20577"/>
        <pc:sldMkLst>
          <pc:docMk/>
          <pc:sldMk cId="3005528038" sldId="257"/>
        </pc:sldMkLst>
        <pc:spChg chg="mod">
          <ac:chgData name="Ferguson, Joe (fergujp)" userId="4f65ad1c-5ee5-40cd-aa65-b2e007bab6e6" providerId="ADAL" clId="{41F57C3A-DD7E-4E1F-9779-C8B80D0CBC44}" dt="2026-04-16T16:08:43.116" v="151" actId="20577"/>
          <ac:spMkLst>
            <pc:docMk/>
            <pc:sldMk cId="3005528038" sldId="257"/>
            <ac:spMk id="2" creationId="{65F58259-0054-00AE-0D05-5F2C16706E23}"/>
          </ac:spMkLst>
        </pc:spChg>
        <pc:spChg chg="mod">
          <ac:chgData name="Ferguson, Joe (fergujp)" userId="4f65ad1c-5ee5-40cd-aa65-b2e007bab6e6" providerId="ADAL" clId="{41F57C3A-DD7E-4E1F-9779-C8B80D0CBC44}" dt="2026-04-16T16:08:38.586" v="139"/>
          <ac:spMkLst>
            <pc:docMk/>
            <pc:sldMk cId="3005528038" sldId="257"/>
            <ac:spMk id="3" creationId="{ABF0500C-51B7-6E2A-A719-733554E7D5D2}"/>
          </ac:spMkLst>
        </pc:spChg>
      </pc:sldChg>
      <pc:sldChg chg="modSp new mod">
        <pc:chgData name="Ferguson, Joe (fergujp)" userId="4f65ad1c-5ee5-40cd-aa65-b2e007bab6e6" providerId="ADAL" clId="{41F57C3A-DD7E-4E1F-9779-C8B80D0CBC44}" dt="2026-04-21T16:53:28.740" v="314" actId="20577"/>
        <pc:sldMkLst>
          <pc:docMk/>
          <pc:sldMk cId="4000068695" sldId="258"/>
        </pc:sldMkLst>
        <pc:spChg chg="mod">
          <ac:chgData name="Ferguson, Joe (fergujp)" userId="4f65ad1c-5ee5-40cd-aa65-b2e007bab6e6" providerId="ADAL" clId="{41F57C3A-DD7E-4E1F-9779-C8B80D0CBC44}" dt="2026-04-16T16:09:17.338" v="190" actId="20577"/>
          <ac:spMkLst>
            <pc:docMk/>
            <pc:sldMk cId="4000068695" sldId="258"/>
            <ac:spMk id="2" creationId="{2A79B740-C4F9-F6F5-BEF1-E41452DF76CC}"/>
          </ac:spMkLst>
        </pc:spChg>
        <pc:spChg chg="mod">
          <ac:chgData name="Ferguson, Joe (fergujp)" userId="4f65ad1c-5ee5-40cd-aa65-b2e007bab6e6" providerId="ADAL" clId="{41F57C3A-DD7E-4E1F-9779-C8B80D0CBC44}" dt="2026-04-21T16:53:28.740" v="314" actId="20577"/>
          <ac:spMkLst>
            <pc:docMk/>
            <pc:sldMk cId="4000068695" sldId="258"/>
            <ac:spMk id="3" creationId="{739270B2-83E6-8B0D-ED33-8016F0A9ECC5}"/>
          </ac:spMkLst>
        </pc:spChg>
      </pc:sldChg>
      <pc:sldChg chg="modSp new mod">
        <pc:chgData name="Ferguson, Joe (fergujp)" userId="4f65ad1c-5ee5-40cd-aa65-b2e007bab6e6" providerId="ADAL" clId="{41F57C3A-DD7E-4E1F-9779-C8B80D0CBC44}" dt="2026-04-16T16:09:44.604" v="203"/>
        <pc:sldMkLst>
          <pc:docMk/>
          <pc:sldMk cId="1501103077" sldId="259"/>
        </pc:sldMkLst>
        <pc:spChg chg="mod">
          <ac:chgData name="Ferguson, Joe (fergujp)" userId="4f65ad1c-5ee5-40cd-aa65-b2e007bab6e6" providerId="ADAL" clId="{41F57C3A-DD7E-4E1F-9779-C8B80D0CBC44}" dt="2026-04-16T16:09:36.801" v="202" actId="20577"/>
          <ac:spMkLst>
            <pc:docMk/>
            <pc:sldMk cId="1501103077" sldId="259"/>
            <ac:spMk id="2" creationId="{7E130577-494A-F041-2841-46EA674B4694}"/>
          </ac:spMkLst>
        </pc:spChg>
      </pc:sldChg>
      <pc:sldChg chg="modSp new">
        <pc:chgData name="Ferguson, Joe (fergujp)" userId="4f65ad1c-5ee5-40cd-aa65-b2e007bab6e6" providerId="ADAL" clId="{41F57C3A-DD7E-4E1F-9779-C8B80D0CBC44}" dt="2026-04-16T16:10:12.117" v="206"/>
        <pc:sldMkLst>
          <pc:docMk/>
          <pc:sldMk cId="751957574" sldId="260"/>
        </pc:sldMkLst>
        <pc:spChg chg="mod">
          <ac:chgData name="Ferguson, Joe (fergujp)" userId="4f65ad1c-5ee5-40cd-aa65-b2e007bab6e6" providerId="ADAL" clId="{41F57C3A-DD7E-4E1F-9779-C8B80D0CBC44}" dt="2026-04-16T16:10:05.382" v="205"/>
          <ac:spMkLst>
            <pc:docMk/>
            <pc:sldMk cId="751957574" sldId="260"/>
            <ac:spMk id="2" creationId="{5085BA78-C296-FFD8-1582-72144355F126}"/>
          </ac:spMkLst>
        </pc:spChg>
        <pc:spChg chg="mod">
          <ac:chgData name="Ferguson, Joe (fergujp)" userId="4f65ad1c-5ee5-40cd-aa65-b2e007bab6e6" providerId="ADAL" clId="{41F57C3A-DD7E-4E1F-9779-C8B80D0CBC44}" dt="2026-04-16T16:10:12.117" v="206"/>
          <ac:spMkLst>
            <pc:docMk/>
            <pc:sldMk cId="751957574" sldId="260"/>
            <ac:spMk id="3" creationId="{33F4DFA6-8089-5B72-6F63-E182F77AA7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6A3ED7-5D26-4954-B81C-A84DDB217464}"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ABFC1C-2603-49F2-B8B8-791F09693BDD}" type="slidenum">
              <a:rPr lang="en-US" smtClean="0"/>
              <a:t>‹#›</a:t>
            </a:fld>
            <a:endParaRPr lang="en-US"/>
          </a:p>
        </p:txBody>
      </p:sp>
    </p:spTree>
    <p:extLst>
      <p:ext uri="{BB962C8B-B14F-4D97-AF65-F5344CB8AC3E}">
        <p14:creationId xmlns:p14="http://schemas.microsoft.com/office/powerpoint/2010/main" val="1747775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Introduction (2-3 Minutes): 5 points➢ What the Project will do? Why is it important? (Extract from Project Selection and Project Charter)➢ What are the major Requirements and use case? (Extract from Requirements document)➢ How the priorities for the Requirements changed?➢ Include any assumptions or constraints</a:t>
            </a:r>
          </a:p>
          <a:p>
            <a:endParaRPr lang="en-US"/>
          </a:p>
        </p:txBody>
      </p:sp>
      <p:sp>
        <p:nvSpPr>
          <p:cNvPr id="4" name="Slide Number Placeholder 3"/>
          <p:cNvSpPr>
            <a:spLocks noGrp="1"/>
          </p:cNvSpPr>
          <p:nvPr>
            <p:ph type="sldNum" sz="quarter" idx="5"/>
          </p:nvPr>
        </p:nvSpPr>
        <p:spPr/>
        <p:txBody>
          <a:bodyPr/>
          <a:lstStyle/>
          <a:p>
            <a:fld id="{61ABFC1C-2603-49F2-B8B8-791F09693BDD}" type="slidenum">
              <a:rPr lang="en-US" smtClean="0"/>
              <a:t>2</a:t>
            </a:fld>
            <a:endParaRPr lang="en-US"/>
          </a:p>
        </p:txBody>
      </p:sp>
    </p:spTree>
    <p:extLst>
      <p:ext uri="{BB962C8B-B14F-4D97-AF65-F5344CB8AC3E}">
        <p14:creationId xmlns:p14="http://schemas.microsoft.com/office/powerpoint/2010/main" val="23515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ABFC1C-2603-49F2-B8B8-791F09693BDD}" type="slidenum">
              <a:rPr lang="en-US" smtClean="0"/>
              <a:t>5</a:t>
            </a:fld>
            <a:endParaRPr lang="en-US"/>
          </a:p>
        </p:txBody>
      </p:sp>
    </p:spTree>
    <p:extLst>
      <p:ext uri="{BB962C8B-B14F-4D97-AF65-F5344CB8AC3E}">
        <p14:creationId xmlns:p14="http://schemas.microsoft.com/office/powerpoint/2010/main" val="1547382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F5B59DD1-82CF-4A74-9DC1-7C5129C8BB59}"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CA5BF-C425-48F0-955D-A897495043A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5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B59DD1-82CF-4A74-9DC1-7C5129C8BB59}"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300427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B59DD1-82CF-4A74-9DC1-7C5129C8BB59}"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CA5BF-C425-48F0-955D-A897495043A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100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5B59DD1-82CF-4A74-9DC1-7C5129C8BB59}"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25964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B59DD1-82CF-4A74-9DC1-7C5129C8BB59}"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75041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5B59DD1-82CF-4A74-9DC1-7C5129C8BB59}"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99554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5B59DD1-82CF-4A74-9DC1-7C5129C8BB59}" type="datetimeFigureOut">
              <a:rPr lang="en-US" smtClean="0"/>
              <a:t>4/21/2026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2692148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5B59DD1-82CF-4A74-9DC1-7C5129C8BB59}" type="datetimeFigureOut">
              <a:rPr lang="en-US" smtClean="0"/>
              <a:t>4/21/2026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BBCA5BF-C425-48F0-955D-A897495043A1}" type="slidenum">
              <a:rPr lang="en-US" smtClean="0"/>
              <a:t>‹#›</a:t>
            </a:fld>
            <a:endParaRPr lang="en-US"/>
          </a:p>
        </p:txBody>
      </p:sp>
    </p:spTree>
    <p:extLst>
      <p:ext uri="{BB962C8B-B14F-4D97-AF65-F5344CB8AC3E}">
        <p14:creationId xmlns:p14="http://schemas.microsoft.com/office/powerpoint/2010/main" val="152789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B59DD1-82CF-4A74-9DC1-7C5129C8BB59}"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1946772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B59DD1-82CF-4A74-9DC1-7C5129C8BB59}"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62994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B59DD1-82CF-4A74-9DC1-7C5129C8BB59}"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CA5BF-C425-48F0-955D-A897495043A1}" type="slidenum">
              <a:rPr lang="en-US" smtClean="0"/>
              <a:t>‹#›</a:t>
            </a:fld>
            <a:endParaRPr lang="en-US"/>
          </a:p>
        </p:txBody>
      </p:sp>
    </p:spTree>
    <p:extLst>
      <p:ext uri="{BB962C8B-B14F-4D97-AF65-F5344CB8AC3E}">
        <p14:creationId xmlns:p14="http://schemas.microsoft.com/office/powerpoint/2010/main" val="3873155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5B59DD1-82CF-4A74-9DC1-7C5129C8BB59}" type="datetimeFigureOut">
              <a:rPr lang="en-US" smtClean="0"/>
              <a:t>4/21/2026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BBCA5BF-C425-48F0-955D-A897495043A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97218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96096-7387-BB58-B855-61583F16B4E4}"/>
              </a:ext>
            </a:extLst>
          </p:cNvPr>
          <p:cNvSpPr>
            <a:spLocks noGrp="1"/>
          </p:cNvSpPr>
          <p:nvPr>
            <p:ph type="ctrTitle"/>
          </p:nvPr>
        </p:nvSpPr>
        <p:spPr/>
        <p:txBody>
          <a:bodyPr>
            <a:normAutofit/>
          </a:bodyPr>
          <a:lstStyle/>
          <a:p>
            <a:r>
              <a:rPr lang="en-US" sz="7200" err="1"/>
              <a:t>SubleasesInc</a:t>
            </a:r>
            <a:r>
              <a:rPr lang="en-US" sz="7200"/>
              <a:t>. Presentation</a:t>
            </a:r>
          </a:p>
        </p:txBody>
      </p:sp>
      <p:sp>
        <p:nvSpPr>
          <p:cNvPr id="3" name="Subtitle 2">
            <a:extLst>
              <a:ext uri="{FF2B5EF4-FFF2-40B4-BE49-F238E27FC236}">
                <a16:creationId xmlns:a16="http://schemas.microsoft.com/office/drawing/2014/main" id="{201C4E32-1C71-7E3D-E46B-824E7F4DD580}"/>
              </a:ext>
            </a:extLst>
          </p:cNvPr>
          <p:cNvSpPr>
            <a:spLocks noGrp="1"/>
          </p:cNvSpPr>
          <p:nvPr>
            <p:ph type="subTitle" idx="1"/>
          </p:nvPr>
        </p:nvSpPr>
        <p:spPr/>
        <p:txBody>
          <a:bodyPr vert="horz" lIns="91440" tIns="45720" rIns="91440" bIns="45720" rtlCol="0" anchor="t">
            <a:normAutofit/>
          </a:bodyPr>
          <a:lstStyle/>
          <a:p>
            <a:r>
              <a:rPr lang="en-US"/>
              <a:t>Joe Ferguson, Jason </a:t>
            </a:r>
            <a:r>
              <a:rPr lang="en-US" err="1"/>
              <a:t>Bellerjeau</a:t>
            </a:r>
            <a:r>
              <a:rPr lang="en-US"/>
              <a:t>, GarretT Gerver, Ali El </a:t>
            </a:r>
            <a:r>
              <a:rPr lang="en-US" err="1"/>
              <a:t>Homayssi</a:t>
            </a:r>
            <a:r>
              <a:rPr lang="en-US"/>
              <a:t>, Ameya Saraf, Anas Khairy</a:t>
            </a:r>
          </a:p>
        </p:txBody>
      </p:sp>
    </p:spTree>
    <p:extLst>
      <p:ext uri="{BB962C8B-B14F-4D97-AF65-F5344CB8AC3E}">
        <p14:creationId xmlns:p14="http://schemas.microsoft.com/office/powerpoint/2010/main" val="1000844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58259-0054-00AE-0D05-5F2C16706E23}"/>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ABF0500C-51B7-6E2A-A719-733554E7D5D2}"/>
              </a:ext>
            </a:extLst>
          </p:cNvPr>
          <p:cNvSpPr>
            <a:spLocks noGrp="1"/>
          </p:cNvSpPr>
          <p:nvPr>
            <p:ph idx="1"/>
          </p:nvPr>
        </p:nvSpPr>
        <p:spPr>
          <a:xfrm>
            <a:off x="1097280" y="1845734"/>
            <a:ext cx="5271989" cy="4023360"/>
          </a:xfrm>
        </p:spPr>
        <p:txBody>
          <a:bodyPr>
            <a:normAutofit lnSpcReduction="10000"/>
          </a:bodyPr>
          <a:lstStyle/>
          <a:p>
            <a:r>
              <a:rPr lang="en-US" err="1"/>
              <a:t>SubleasesInc</a:t>
            </a:r>
            <a:r>
              <a:rPr lang="en-US"/>
              <a:t>. allows students at a university to host or find subleases. </a:t>
            </a:r>
            <a:r>
              <a:rPr lang="en-US" b="1"/>
              <a:t>Currently there is no service that does this. Students have to resort to UC Snap Story, Facebook Page, or known friends.</a:t>
            </a:r>
            <a:endParaRPr lang="en-US"/>
          </a:p>
          <a:p>
            <a:endParaRPr lang="en-US"/>
          </a:p>
          <a:p>
            <a:r>
              <a:rPr lang="en-US" b="1" err="1"/>
              <a:t>Hosters</a:t>
            </a:r>
            <a:r>
              <a:rPr lang="en-US" b="1"/>
              <a:t>: </a:t>
            </a:r>
            <a:r>
              <a:rPr lang="en-US"/>
              <a:t>Can post their apartment by listing the price, availability, other apartment details, and including photos.</a:t>
            </a:r>
            <a:endParaRPr lang="en-US" b="1"/>
          </a:p>
          <a:p>
            <a:endParaRPr lang="en-US" b="1"/>
          </a:p>
          <a:p>
            <a:r>
              <a:rPr lang="en-US" b="1"/>
              <a:t>Finders: </a:t>
            </a:r>
            <a:r>
              <a:rPr lang="en-US"/>
              <a:t>Can find subleases based on their profile preferences, and </a:t>
            </a:r>
            <a:r>
              <a:rPr lang="en-US" err="1"/>
              <a:t>SubleasesInc</a:t>
            </a:r>
            <a:r>
              <a:rPr lang="en-US"/>
              <a:t>. Original recommendation system.</a:t>
            </a:r>
            <a:endParaRPr lang="en-US" b="1"/>
          </a:p>
        </p:txBody>
      </p:sp>
      <p:pic>
        <p:nvPicPr>
          <p:cNvPr id="5" name="Picture 4">
            <a:extLst>
              <a:ext uri="{FF2B5EF4-FFF2-40B4-BE49-F238E27FC236}">
                <a16:creationId xmlns:a16="http://schemas.microsoft.com/office/drawing/2014/main" id="{20C8F470-A2EC-61A0-5A09-1614268159D7}"/>
              </a:ext>
            </a:extLst>
          </p:cNvPr>
          <p:cNvPicPr>
            <a:picLocks noChangeAspect="1"/>
          </p:cNvPicPr>
          <p:nvPr/>
        </p:nvPicPr>
        <p:blipFill>
          <a:blip r:embed="rId3"/>
          <a:stretch>
            <a:fillRect/>
          </a:stretch>
        </p:blipFill>
        <p:spPr>
          <a:xfrm>
            <a:off x="7504385" y="3944138"/>
            <a:ext cx="4474779" cy="2091983"/>
          </a:xfrm>
          <a:prstGeom prst="rect">
            <a:avLst/>
          </a:prstGeom>
        </p:spPr>
      </p:pic>
      <p:pic>
        <p:nvPicPr>
          <p:cNvPr id="7" name="Picture 6">
            <a:extLst>
              <a:ext uri="{FF2B5EF4-FFF2-40B4-BE49-F238E27FC236}">
                <a16:creationId xmlns:a16="http://schemas.microsoft.com/office/drawing/2014/main" id="{D1347478-5A59-6550-14E5-4E97F43D14A1}"/>
              </a:ext>
            </a:extLst>
          </p:cNvPr>
          <p:cNvPicPr>
            <a:picLocks noChangeAspect="1"/>
          </p:cNvPicPr>
          <p:nvPr/>
        </p:nvPicPr>
        <p:blipFill>
          <a:blip r:embed="rId4"/>
          <a:stretch>
            <a:fillRect/>
          </a:stretch>
        </p:blipFill>
        <p:spPr>
          <a:xfrm>
            <a:off x="7409792" y="1824084"/>
            <a:ext cx="4663966" cy="2033330"/>
          </a:xfrm>
          <a:prstGeom prst="rect">
            <a:avLst/>
          </a:prstGeom>
        </p:spPr>
      </p:pic>
    </p:spTree>
    <p:extLst>
      <p:ext uri="{BB962C8B-B14F-4D97-AF65-F5344CB8AC3E}">
        <p14:creationId xmlns:p14="http://schemas.microsoft.com/office/powerpoint/2010/main" val="300552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BC1B-46B0-4FB9-1D2C-29D26B680456}"/>
              </a:ext>
            </a:extLst>
          </p:cNvPr>
          <p:cNvSpPr>
            <a:spLocks noGrp="1"/>
          </p:cNvSpPr>
          <p:nvPr>
            <p:ph type="title"/>
          </p:nvPr>
        </p:nvSpPr>
        <p:spPr/>
        <p:txBody>
          <a:bodyPr/>
          <a:lstStyle/>
          <a:p>
            <a:r>
              <a:rPr lang="en-US"/>
              <a:t>Project Charter &amp; Requirements</a:t>
            </a:r>
          </a:p>
        </p:txBody>
      </p:sp>
      <p:sp>
        <p:nvSpPr>
          <p:cNvPr id="3" name="Content Placeholder 2">
            <a:extLst>
              <a:ext uri="{FF2B5EF4-FFF2-40B4-BE49-F238E27FC236}">
                <a16:creationId xmlns:a16="http://schemas.microsoft.com/office/drawing/2014/main" id="{0BD9BF0E-9483-EEF4-C01A-75760FAA4C98}"/>
              </a:ext>
            </a:extLst>
          </p:cNvPr>
          <p:cNvSpPr>
            <a:spLocks noGrp="1"/>
          </p:cNvSpPr>
          <p:nvPr>
            <p:ph idx="1"/>
          </p:nvPr>
        </p:nvSpPr>
        <p:spPr>
          <a:xfrm>
            <a:off x="1097280" y="1845734"/>
            <a:ext cx="6012968" cy="4023360"/>
          </a:xfrm>
        </p:spPr>
        <p:txBody>
          <a:bodyPr/>
          <a:lstStyle/>
          <a:p>
            <a:r>
              <a:rPr lang="en-US"/>
              <a:t>Project Goals:</a:t>
            </a:r>
          </a:p>
          <a:p>
            <a:endParaRPr lang="en-US"/>
          </a:p>
          <a:p>
            <a:endParaRPr lang="en-US"/>
          </a:p>
          <a:p>
            <a:r>
              <a:rPr lang="en-US"/>
              <a:t>Requirements:</a:t>
            </a:r>
          </a:p>
          <a:p>
            <a:endParaRPr lang="en-US"/>
          </a:p>
        </p:txBody>
      </p:sp>
      <p:pic>
        <p:nvPicPr>
          <p:cNvPr id="5" name="Picture 4">
            <a:extLst>
              <a:ext uri="{FF2B5EF4-FFF2-40B4-BE49-F238E27FC236}">
                <a16:creationId xmlns:a16="http://schemas.microsoft.com/office/drawing/2014/main" id="{C04C7759-D81F-A12F-327A-D4164F506B08}"/>
              </a:ext>
            </a:extLst>
          </p:cNvPr>
          <p:cNvPicPr>
            <a:picLocks noChangeAspect="1"/>
          </p:cNvPicPr>
          <p:nvPr/>
        </p:nvPicPr>
        <p:blipFill>
          <a:blip r:embed="rId2"/>
          <a:stretch>
            <a:fillRect/>
          </a:stretch>
        </p:blipFill>
        <p:spPr>
          <a:xfrm>
            <a:off x="1097280" y="2187888"/>
            <a:ext cx="5877745" cy="1000265"/>
          </a:xfrm>
          <a:prstGeom prst="rect">
            <a:avLst/>
          </a:prstGeom>
        </p:spPr>
      </p:pic>
      <p:pic>
        <p:nvPicPr>
          <p:cNvPr id="7" name="Picture 6">
            <a:extLst>
              <a:ext uri="{FF2B5EF4-FFF2-40B4-BE49-F238E27FC236}">
                <a16:creationId xmlns:a16="http://schemas.microsoft.com/office/drawing/2014/main" id="{E3E2EDA3-EE53-6436-FDEB-96AF7B3C7C8A}"/>
              </a:ext>
            </a:extLst>
          </p:cNvPr>
          <p:cNvPicPr>
            <a:picLocks noChangeAspect="1"/>
          </p:cNvPicPr>
          <p:nvPr/>
        </p:nvPicPr>
        <p:blipFill>
          <a:blip r:embed="rId3"/>
          <a:stretch>
            <a:fillRect/>
          </a:stretch>
        </p:blipFill>
        <p:spPr>
          <a:xfrm>
            <a:off x="1097280" y="3606386"/>
            <a:ext cx="5820587" cy="2010056"/>
          </a:xfrm>
          <a:prstGeom prst="rect">
            <a:avLst/>
          </a:prstGeom>
        </p:spPr>
      </p:pic>
      <p:sp>
        <p:nvSpPr>
          <p:cNvPr id="8" name="&quot;Not Allowed&quot; Symbol 7">
            <a:extLst>
              <a:ext uri="{FF2B5EF4-FFF2-40B4-BE49-F238E27FC236}">
                <a16:creationId xmlns:a16="http://schemas.microsoft.com/office/drawing/2014/main" id="{D7DD012A-0FFF-1F1F-07B9-B97442A864F8}"/>
              </a:ext>
            </a:extLst>
          </p:cNvPr>
          <p:cNvSpPr/>
          <p:nvPr/>
        </p:nvSpPr>
        <p:spPr>
          <a:xfrm>
            <a:off x="1097280" y="4276375"/>
            <a:ext cx="255443" cy="252248"/>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quot;Not Allowed&quot; Symbol 8">
            <a:extLst>
              <a:ext uri="{FF2B5EF4-FFF2-40B4-BE49-F238E27FC236}">
                <a16:creationId xmlns:a16="http://schemas.microsoft.com/office/drawing/2014/main" id="{F8EA0EDD-E479-A2C9-C321-C6832F32DD7C}"/>
              </a:ext>
            </a:extLst>
          </p:cNvPr>
          <p:cNvSpPr/>
          <p:nvPr/>
        </p:nvSpPr>
        <p:spPr>
          <a:xfrm>
            <a:off x="1097280" y="4676907"/>
            <a:ext cx="255443" cy="252248"/>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quot;Not Allowed&quot; Symbol 9">
            <a:extLst>
              <a:ext uri="{FF2B5EF4-FFF2-40B4-BE49-F238E27FC236}">
                <a16:creationId xmlns:a16="http://schemas.microsoft.com/office/drawing/2014/main" id="{4E92BD39-B35C-E668-351C-FDA4690E346D}"/>
              </a:ext>
            </a:extLst>
          </p:cNvPr>
          <p:cNvSpPr/>
          <p:nvPr/>
        </p:nvSpPr>
        <p:spPr>
          <a:xfrm>
            <a:off x="1094169" y="5312212"/>
            <a:ext cx="255443" cy="252248"/>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51131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E3B0-10A9-0924-9787-0D979FB4ADCA}"/>
              </a:ext>
            </a:extLst>
          </p:cNvPr>
          <p:cNvSpPr>
            <a:spLocks noGrp="1"/>
          </p:cNvSpPr>
          <p:nvPr>
            <p:ph type="title"/>
          </p:nvPr>
        </p:nvSpPr>
        <p:spPr/>
        <p:txBody>
          <a:bodyPr/>
          <a:lstStyle/>
          <a:p>
            <a:r>
              <a:rPr lang="en-US"/>
              <a:t>Assumptions &amp; Constraints</a:t>
            </a:r>
          </a:p>
        </p:txBody>
      </p:sp>
      <p:sp>
        <p:nvSpPr>
          <p:cNvPr id="3" name="Content Placeholder 2">
            <a:extLst>
              <a:ext uri="{FF2B5EF4-FFF2-40B4-BE49-F238E27FC236}">
                <a16:creationId xmlns:a16="http://schemas.microsoft.com/office/drawing/2014/main" id="{C0D66511-A5F4-C445-4E44-339D4FFEFA9F}"/>
              </a:ext>
            </a:extLst>
          </p:cNvPr>
          <p:cNvSpPr>
            <a:spLocks noGrp="1"/>
          </p:cNvSpPr>
          <p:nvPr>
            <p:ph idx="1"/>
          </p:nvPr>
        </p:nvSpPr>
        <p:spPr/>
        <p:txBody>
          <a:bodyPr vert="horz" lIns="0" tIns="45720" rIns="0" bIns="45720" rtlCol="0" anchor="t">
            <a:normAutofit/>
          </a:bodyPr>
          <a:lstStyle/>
          <a:p>
            <a:r>
              <a:rPr lang="en-US" b="1">
                <a:ea typeface="Calibri"/>
                <a:cs typeface="Calibri"/>
              </a:rPr>
              <a:t>Assumption: </a:t>
            </a:r>
            <a:r>
              <a:rPr lang="en-US">
                <a:ea typeface="+mn-lt"/>
                <a:cs typeface="+mn-lt"/>
              </a:rPr>
              <a:t>Not many concurrent users, so median latency (P50) matters more than tail latency (P99). Prioritized end-to-end latency.</a:t>
            </a:r>
            <a:br>
              <a:rPr lang="en-US" b="1">
                <a:ea typeface="Calibri"/>
                <a:cs typeface="Calibri"/>
              </a:rPr>
            </a:br>
            <a:endParaRPr lang="en-US">
              <a:ea typeface="Calibri"/>
              <a:cs typeface="Calibri"/>
            </a:endParaRPr>
          </a:p>
          <a:p>
            <a:br>
              <a:rPr lang="en-US" b="1"/>
            </a:br>
            <a:r>
              <a:rPr lang="en-US" b="1"/>
              <a:t>Obvious Constraint: </a:t>
            </a:r>
            <a:r>
              <a:rPr lang="en-US"/>
              <a:t>Time, we are students with heavy class load and other non-academic responsibilities. So not plausible to have a full-fledged production ready app. </a:t>
            </a:r>
          </a:p>
          <a:p>
            <a:endParaRPr lang="en-US"/>
          </a:p>
          <a:p>
            <a:r>
              <a:rPr lang="en-US" b="1"/>
              <a:t>Another Obvious Constraint: </a:t>
            </a:r>
            <a:r>
              <a:rPr lang="en-US"/>
              <a:t>Money, we are students so although we have integrated Google Maps API and AWS S3 bucket for photo storage, we have done so using free or trial accounts. We have also not hosted our application as a public service, only run on local machines currently.</a:t>
            </a:r>
          </a:p>
        </p:txBody>
      </p:sp>
    </p:spTree>
    <p:extLst>
      <p:ext uri="{BB962C8B-B14F-4D97-AF65-F5344CB8AC3E}">
        <p14:creationId xmlns:p14="http://schemas.microsoft.com/office/powerpoint/2010/main" val="3384113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B740-C4F9-F6F5-BEF1-E41452DF76CC}"/>
              </a:ext>
            </a:extLst>
          </p:cNvPr>
          <p:cNvSpPr>
            <a:spLocks noGrp="1"/>
          </p:cNvSpPr>
          <p:nvPr>
            <p:ph type="title"/>
          </p:nvPr>
        </p:nvSpPr>
        <p:spPr/>
        <p:txBody>
          <a:bodyPr/>
          <a:lstStyle/>
          <a:p>
            <a:pPr algn="ctr"/>
            <a:r>
              <a:rPr lang="en-US"/>
              <a:t>Demonstration</a:t>
            </a:r>
          </a:p>
        </p:txBody>
      </p:sp>
      <p:pic>
        <p:nvPicPr>
          <p:cNvPr id="4" name="2026-04-20 17-59-47">
            <a:hlinkClick r:id="" action="ppaction://media"/>
            <a:extLst>
              <a:ext uri="{FF2B5EF4-FFF2-40B4-BE49-F238E27FC236}">
                <a16:creationId xmlns:a16="http://schemas.microsoft.com/office/drawing/2014/main" id="{ED0FF8CA-8DBF-99F6-73D0-A0D961CDCD4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750031" y="1831275"/>
            <a:ext cx="6752897" cy="4740122"/>
          </a:xfrm>
        </p:spPr>
      </p:pic>
    </p:spTree>
    <p:extLst>
      <p:ext uri="{BB962C8B-B14F-4D97-AF65-F5344CB8AC3E}">
        <p14:creationId xmlns:p14="http://schemas.microsoft.com/office/powerpoint/2010/main" val="400006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665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B298-D38D-1881-6D2F-220CD0AFFDD7}"/>
              </a:ext>
            </a:extLst>
          </p:cNvPr>
          <p:cNvSpPr>
            <a:spLocks noGrp="1"/>
          </p:cNvSpPr>
          <p:nvPr>
            <p:ph type="title"/>
          </p:nvPr>
        </p:nvSpPr>
        <p:spPr/>
        <p:txBody>
          <a:bodyPr/>
          <a:lstStyle/>
          <a:p>
            <a:r>
              <a:rPr lang="en-US">
                <a:ea typeface="Calibri Light"/>
                <a:cs typeface="Calibri Light"/>
              </a:rPr>
              <a:t>Backend</a:t>
            </a:r>
            <a:endParaRPr lang="en-US"/>
          </a:p>
        </p:txBody>
      </p:sp>
      <p:pic>
        <p:nvPicPr>
          <p:cNvPr id="4" name="Content Placeholder 3">
            <a:extLst>
              <a:ext uri="{FF2B5EF4-FFF2-40B4-BE49-F238E27FC236}">
                <a16:creationId xmlns:a16="http://schemas.microsoft.com/office/drawing/2014/main" id="{6A26406B-4C2A-8314-B3FF-561C357177A1}"/>
              </a:ext>
            </a:extLst>
          </p:cNvPr>
          <p:cNvPicPr>
            <a:picLocks noGrp="1" noChangeAspect="1"/>
          </p:cNvPicPr>
          <p:nvPr>
            <p:ph idx="1"/>
          </p:nvPr>
        </p:nvPicPr>
        <p:blipFill>
          <a:blip r:embed="rId2"/>
          <a:stretch>
            <a:fillRect/>
          </a:stretch>
        </p:blipFill>
        <p:spPr>
          <a:xfrm>
            <a:off x="211268" y="1735299"/>
            <a:ext cx="4342946" cy="4023360"/>
          </a:xfrm>
          <a:prstGeom prst="rect">
            <a:avLst/>
          </a:prstGeom>
        </p:spPr>
      </p:pic>
      <p:sp>
        <p:nvSpPr>
          <p:cNvPr id="6" name="TextBox 5">
            <a:extLst>
              <a:ext uri="{FF2B5EF4-FFF2-40B4-BE49-F238E27FC236}">
                <a16:creationId xmlns:a16="http://schemas.microsoft.com/office/drawing/2014/main" id="{D37BEBB7-BEB6-8619-0FED-0C93335B082C}"/>
              </a:ext>
            </a:extLst>
          </p:cNvPr>
          <p:cNvSpPr txBox="1"/>
          <p:nvPr/>
        </p:nvSpPr>
        <p:spPr>
          <a:xfrm>
            <a:off x="4841875" y="1968500"/>
            <a:ext cx="588962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This is an early ERD for the design of the backend</a:t>
            </a:r>
          </a:p>
          <a:p>
            <a:pPr marL="285750" indent="-285750">
              <a:buFont typeface="Arial"/>
              <a:buChar char="•"/>
            </a:pPr>
            <a:r>
              <a:rPr lang="en-US">
                <a:ea typeface="Calibri"/>
                <a:cs typeface="Calibri"/>
              </a:rPr>
              <a:t>Each rental as an address and set of features</a:t>
            </a:r>
          </a:p>
          <a:p>
            <a:pPr marL="285750" indent="-285750">
              <a:buFont typeface="Arial"/>
              <a:buChar char="•"/>
            </a:pPr>
            <a:r>
              <a:rPr lang="en-US">
                <a:ea typeface="Calibri"/>
                <a:cs typeface="Calibri"/>
              </a:rPr>
              <a:t>Each user is connected to their UC ID</a:t>
            </a:r>
          </a:p>
          <a:p>
            <a:pPr marL="285750" indent="-285750">
              <a:buFont typeface="Arial"/>
              <a:buChar char="•"/>
            </a:pPr>
            <a:r>
              <a:rPr lang="en-US">
                <a:ea typeface="Calibri"/>
                <a:cs typeface="Calibri"/>
              </a:rPr>
              <a:t>A user can buy or sell</a:t>
            </a:r>
          </a:p>
          <a:p>
            <a:pPr marL="742950" lvl="1" indent="-285750">
              <a:buFont typeface="Courier New"/>
              <a:buChar char="o"/>
            </a:pPr>
            <a:r>
              <a:rPr lang="en-US">
                <a:ea typeface="Calibri"/>
                <a:cs typeface="Calibri"/>
              </a:rPr>
              <a:t>If buying, many preferences are taken account of</a:t>
            </a:r>
          </a:p>
          <a:p>
            <a:pPr marL="742950" lvl="1" indent="-285750">
              <a:buFont typeface="Courier New"/>
              <a:buChar char="o"/>
            </a:pPr>
            <a:r>
              <a:rPr lang="en-US">
                <a:ea typeface="Calibri"/>
                <a:cs typeface="Calibri"/>
              </a:rPr>
              <a:t>If selling, a rental address is associated with that user</a:t>
            </a:r>
          </a:p>
          <a:p>
            <a:pPr marL="742950" lvl="1" indent="-285750">
              <a:buFont typeface="Courier New"/>
              <a:buChar char="o"/>
            </a:pPr>
            <a:endParaRPr lang="en-US">
              <a:ea typeface="Calibri"/>
              <a:cs typeface="Calibri"/>
            </a:endParaRPr>
          </a:p>
        </p:txBody>
      </p:sp>
    </p:spTree>
    <p:extLst>
      <p:ext uri="{BB962C8B-B14F-4D97-AF65-F5344CB8AC3E}">
        <p14:creationId xmlns:p14="http://schemas.microsoft.com/office/powerpoint/2010/main" val="410501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577-494A-F041-2841-46EA674B4694}"/>
              </a:ext>
            </a:extLst>
          </p:cNvPr>
          <p:cNvSpPr>
            <a:spLocks noGrp="1"/>
          </p:cNvSpPr>
          <p:nvPr>
            <p:ph type="title"/>
          </p:nvPr>
        </p:nvSpPr>
        <p:spPr/>
        <p:txBody>
          <a:bodyPr/>
          <a:lstStyle/>
          <a:p>
            <a:r>
              <a:rPr lang="en-US"/>
              <a:t>Algorithms Used – ML Recommendation System</a:t>
            </a:r>
          </a:p>
        </p:txBody>
      </p:sp>
      <p:sp>
        <p:nvSpPr>
          <p:cNvPr id="4" name="Content Placeholder 2">
            <a:extLst>
              <a:ext uri="{FF2B5EF4-FFF2-40B4-BE49-F238E27FC236}">
                <a16:creationId xmlns:a16="http://schemas.microsoft.com/office/drawing/2014/main" id="{E5508700-192F-7FBE-4CB2-9BFDA08441C4}"/>
              </a:ext>
            </a:extLst>
          </p:cNvPr>
          <p:cNvSpPr txBox="1">
            <a:spLocks/>
          </p:cNvSpPr>
          <p:nvPr/>
        </p:nvSpPr>
        <p:spPr>
          <a:xfrm>
            <a:off x="1097280" y="1845734"/>
            <a:ext cx="7026303" cy="4382788"/>
          </a:xfrm>
          <a:prstGeom prst="rect">
            <a:avLst/>
          </a:prstGeom>
        </p:spPr>
        <p:txBody>
          <a:bodyPr vert="horz" lIns="0" tIns="45720" rIns="0" bIns="45720" rtlCol="0" anchor="t">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a:ea typeface="Calibri"/>
                <a:cs typeface="Calibri"/>
              </a:rPr>
              <a:t>Goal: recommend </a:t>
            </a:r>
            <a:r>
              <a:rPr lang="en-US"/>
              <a:t>the </a:t>
            </a:r>
            <a:r>
              <a:rPr lang="en-US" b="1"/>
              <a:t>top 5 subleases</a:t>
            </a:r>
            <a:r>
              <a:rPr lang="en-US"/>
              <a:t> that best match a user’s preferences.</a:t>
            </a:r>
          </a:p>
          <a:p>
            <a:pPr marL="201168" lvl="1" indent="0">
              <a:buNone/>
            </a:pPr>
            <a:endParaRPr lang="en-US" b="1"/>
          </a:p>
          <a:p>
            <a:pPr marL="544068" lvl="1" indent="-342900">
              <a:buFont typeface="+mj-lt"/>
              <a:buAutoNum type="arabicPeriod"/>
            </a:pPr>
            <a:r>
              <a:rPr lang="en-US" b="1"/>
              <a:t>Input Data</a:t>
            </a:r>
            <a:r>
              <a:rPr lang="en-US"/>
              <a:t> </a:t>
            </a:r>
          </a:p>
          <a:p>
            <a:pPr lvl="2"/>
            <a:r>
              <a:rPr lang="en-US"/>
              <a:t>User preferences (price, roommates, pets, etc.) </a:t>
            </a:r>
          </a:p>
          <a:p>
            <a:pPr lvl="2"/>
            <a:r>
              <a:rPr lang="en-US"/>
              <a:t>Available listings (price, </a:t>
            </a:r>
            <a:r>
              <a:rPr lang="en-US" err="1"/>
              <a:t>sqft</a:t>
            </a:r>
            <a:r>
              <a:rPr lang="en-US"/>
              <a:t>, beds, amenities) </a:t>
            </a:r>
          </a:p>
          <a:p>
            <a:pPr marL="544068" lvl="1" indent="-342900">
              <a:buFont typeface="+mj-lt"/>
              <a:buAutoNum type="arabicPeriod"/>
            </a:pPr>
            <a:r>
              <a:rPr lang="en-US" b="1"/>
              <a:t>Feature Matching</a:t>
            </a:r>
            <a:r>
              <a:rPr lang="en-US"/>
              <a:t> </a:t>
            </a:r>
          </a:p>
          <a:p>
            <a:pPr lvl="2"/>
            <a:r>
              <a:rPr lang="en-US"/>
              <a:t>Convert user preferences + listing attributes into structured features </a:t>
            </a:r>
          </a:p>
          <a:p>
            <a:pPr marL="544068" lvl="1" indent="-342900">
              <a:buFont typeface="+mj-lt"/>
              <a:buAutoNum type="arabicPeriod"/>
            </a:pPr>
            <a:r>
              <a:rPr lang="en-US" b="1"/>
              <a:t>Logistic Regression Model</a:t>
            </a:r>
            <a:r>
              <a:rPr lang="en-US"/>
              <a:t> </a:t>
            </a:r>
          </a:p>
          <a:p>
            <a:pPr lvl="2"/>
            <a:r>
              <a:rPr lang="en-US"/>
              <a:t>Predicts probability that a user will be interested in a listing </a:t>
            </a:r>
          </a:p>
          <a:p>
            <a:pPr lvl="2"/>
            <a:r>
              <a:rPr lang="en-US"/>
              <a:t>Output = </a:t>
            </a:r>
            <a:r>
              <a:rPr lang="en-US" b="1"/>
              <a:t>score between 0 and 1</a:t>
            </a:r>
            <a:r>
              <a:rPr lang="en-US"/>
              <a:t> </a:t>
            </a:r>
          </a:p>
          <a:p>
            <a:pPr marL="544068" lvl="1" indent="-342900">
              <a:buFont typeface="+mj-lt"/>
              <a:buAutoNum type="arabicPeriod"/>
            </a:pPr>
            <a:r>
              <a:rPr lang="en-US" b="1"/>
              <a:t>Ranking</a:t>
            </a:r>
            <a:r>
              <a:rPr lang="en-US"/>
              <a:t> </a:t>
            </a:r>
          </a:p>
          <a:p>
            <a:pPr lvl="2"/>
            <a:r>
              <a:rPr lang="en-US"/>
              <a:t>Sort listings by predicted score </a:t>
            </a:r>
          </a:p>
          <a:p>
            <a:pPr lvl="2"/>
            <a:r>
              <a:rPr lang="en-US"/>
              <a:t>Return </a:t>
            </a:r>
            <a:r>
              <a:rPr lang="en-US" b="1"/>
              <a:t>Top N recommendations (max 5)</a:t>
            </a:r>
          </a:p>
          <a:p>
            <a:pPr marL="384048" lvl="2" indent="0">
              <a:buNone/>
            </a:pPr>
            <a:endParaRPr lang="en-US" b="1"/>
          </a:p>
          <a:p>
            <a:pPr marL="201168" lvl="1" indent="0">
              <a:buNone/>
            </a:pPr>
            <a:r>
              <a:rPr lang="en-US" b="1"/>
              <a:t>Why Logistic Regression?</a:t>
            </a:r>
          </a:p>
          <a:p>
            <a:pPr lvl="1">
              <a:buFont typeface="Arial" panose="020B0604020202020204" pitchFamily="34" charset="0"/>
              <a:buChar char="•"/>
            </a:pPr>
            <a:r>
              <a:rPr lang="en-US"/>
              <a:t>Fast and lightweight (real-time inference) </a:t>
            </a:r>
          </a:p>
          <a:p>
            <a:pPr lvl="1">
              <a:buFont typeface="Arial" panose="020B0604020202020204" pitchFamily="34" charset="0"/>
              <a:buChar char="•"/>
            </a:pPr>
            <a:r>
              <a:rPr lang="en-US"/>
              <a:t>Interpretable (feature impact is understandable) </a:t>
            </a:r>
          </a:p>
          <a:p>
            <a:pPr lvl="1">
              <a:buFont typeface="Arial" panose="020B0604020202020204" pitchFamily="34" charset="0"/>
              <a:buChar char="•"/>
            </a:pPr>
            <a:r>
              <a:rPr lang="en-US"/>
              <a:t>Works well for </a:t>
            </a:r>
            <a:r>
              <a:rPr lang="en-US" b="1"/>
              <a:t>binary preference prediction</a:t>
            </a:r>
            <a:r>
              <a:rPr lang="en-US"/>
              <a:t> (like vs not like) </a:t>
            </a:r>
          </a:p>
          <a:p>
            <a:pPr marL="292608" lvl="1">
              <a:buNone/>
            </a:pPr>
            <a:endParaRPr lang="en-US"/>
          </a:p>
        </p:txBody>
      </p:sp>
    </p:spTree>
    <p:extLst>
      <p:ext uri="{BB962C8B-B14F-4D97-AF65-F5344CB8AC3E}">
        <p14:creationId xmlns:p14="http://schemas.microsoft.com/office/powerpoint/2010/main" val="150110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5BA78-C296-FFD8-1582-72144355F126}"/>
              </a:ext>
            </a:extLst>
          </p:cNvPr>
          <p:cNvSpPr>
            <a:spLocks noGrp="1"/>
          </p:cNvSpPr>
          <p:nvPr>
            <p:ph type="title"/>
          </p:nvPr>
        </p:nvSpPr>
        <p:spPr/>
        <p:txBody>
          <a:bodyPr/>
          <a:lstStyle/>
          <a:p>
            <a:r>
              <a:rPr lang="en-US"/>
              <a:t>Conclusion and Future Additions</a:t>
            </a:r>
          </a:p>
        </p:txBody>
      </p:sp>
      <p:sp>
        <p:nvSpPr>
          <p:cNvPr id="3" name="Content Placeholder 2">
            <a:extLst>
              <a:ext uri="{FF2B5EF4-FFF2-40B4-BE49-F238E27FC236}">
                <a16:creationId xmlns:a16="http://schemas.microsoft.com/office/drawing/2014/main" id="{33F4DFA6-8089-5B72-6F63-E182F77AA7AB}"/>
              </a:ext>
            </a:extLst>
          </p:cNvPr>
          <p:cNvSpPr>
            <a:spLocks noGrp="1"/>
          </p:cNvSpPr>
          <p:nvPr>
            <p:ph idx="1"/>
          </p:nvPr>
        </p:nvSpPr>
        <p:spPr/>
        <p:txBody>
          <a:bodyPr vert="horz" lIns="0" tIns="45720" rIns="0" bIns="45720" rtlCol="0" anchor="t">
            <a:normAutofit/>
          </a:bodyPr>
          <a:lstStyle/>
          <a:p>
            <a:pPr marL="342900" indent="-342900">
              <a:buFont typeface="Arial" panose="020F0502020204030204" pitchFamily="34" charset="0"/>
              <a:buChar char="•"/>
            </a:pPr>
            <a:r>
              <a:rPr lang="en-US">
                <a:ea typeface="Calibri"/>
                <a:cs typeface="Calibri"/>
              </a:rPr>
              <a:t>Successfully implemented a full-stack subleasing website for UC students with features such as listing creations, user profiles, ML recommendation system, AWS S3 photo storage, and Google Maps integration. This was all through a React + Vite frontend tied together with a Flask backend.</a:t>
            </a:r>
          </a:p>
          <a:p>
            <a:pPr marL="342900" indent="-342900">
              <a:buFont typeface="Arial" panose="020F0502020204030204" pitchFamily="34" charset="0"/>
              <a:buChar char="•"/>
            </a:pPr>
            <a:r>
              <a:rPr lang="en-US">
                <a:ea typeface="Calibri"/>
                <a:cs typeface="Calibri"/>
              </a:rPr>
              <a:t>Adopted the Agile project workflow: responsibilities were divided evenly with each member in charge of a certain domain in the project. The core challenge was balancing scope versus the time we actually had to develop planned features, which meant that some features were sacrificed to deliver the project on time.</a:t>
            </a:r>
          </a:p>
          <a:p>
            <a:pPr marL="342900" indent="-342900">
              <a:buFont typeface="Arial" panose="020F0502020204030204" pitchFamily="34" charset="0"/>
              <a:buChar char="•"/>
            </a:pPr>
            <a:r>
              <a:rPr lang="en-US">
                <a:ea typeface="Calibri"/>
                <a:cs typeface="Calibri"/>
              </a:rPr>
              <a:t>Future additions that we plan on fully implementing: In-app messaging, review system, public cloud hosting, and payment facilitation.</a:t>
            </a:r>
          </a:p>
          <a:p>
            <a:pPr>
              <a:buFont typeface="Arial" panose="020F0502020204030204" pitchFamily="34" charset="0"/>
              <a:buChar char="•"/>
            </a:pPr>
            <a:endParaRPr lang="en-US">
              <a:ea typeface="Calibri"/>
              <a:cs typeface="Calibri"/>
            </a:endParaRPr>
          </a:p>
          <a:p>
            <a:pPr>
              <a:buFont typeface="Arial" panose="020F0502020204030204" pitchFamily="34" charset="0"/>
              <a:buChar char="•"/>
            </a:pPr>
            <a:endParaRPr lang="en-US">
              <a:ea typeface="Calibri"/>
              <a:cs typeface="Calibri"/>
            </a:endParaRPr>
          </a:p>
        </p:txBody>
      </p:sp>
    </p:spTree>
    <p:extLst>
      <p:ext uri="{BB962C8B-B14F-4D97-AF65-F5344CB8AC3E}">
        <p14:creationId xmlns:p14="http://schemas.microsoft.com/office/powerpoint/2010/main" val="7519575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Widescreen</PresentationFormat>
  <Slides>8</Slides>
  <Notes>2</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Retrospect</vt:lpstr>
      <vt:lpstr>SubleasesInc. Presentation</vt:lpstr>
      <vt:lpstr>Introduction</vt:lpstr>
      <vt:lpstr>Project Charter &amp; Requirements</vt:lpstr>
      <vt:lpstr>Assumptions &amp; Constraints</vt:lpstr>
      <vt:lpstr>Demonstration</vt:lpstr>
      <vt:lpstr>Backend</vt:lpstr>
      <vt:lpstr>Algorithms Used – ML Recommendation System</vt:lpstr>
      <vt:lpstr>Conclusion and Future Additions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Ferguson, Joe (fergujp)</dc:creator>
  <cp:revision>1</cp:revision>
  <dcterms:created xsi:type="dcterms:W3CDTF">2026-04-16T16:05:47Z</dcterms:created>
  <dcterms:modified xsi:type="dcterms:W3CDTF">2026-04-21T16:54:08Z</dcterms:modified>
</cp:coreProperties>
</file>